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Gowun Batang"/>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78EE24-15B4-459F-893F-8742076DE2CD}">
  <a:tblStyle styleId="{2778EE24-15B4-459F-893F-8742076DE2C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GowunBatang-regular.fntdata"/><Relationship Id="rId27" Type="http://schemas.openxmlformats.org/officeDocument/2006/relationships/slide" Target="slides/slide21.xml"/><Relationship Id="rId29" Type="http://schemas.openxmlformats.org/officeDocument/2006/relationships/font" Target="fonts/GowunBatang-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ad89441c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ad89441c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ad89441cc5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ad89441cc5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ad89441cc5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ad89441cc5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ad89441cc5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ad89441cc5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ad89441cc5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ad89441cc5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ad89441cc5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ad89441cc5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ad89441cc5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ad89441cc5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ad89441cc5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ad89441cc5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ad89441cc5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ad89441cc5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ad89441cc5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ad89441cc5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ad89441cc5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ad89441cc5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ad89441cc5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ad89441cc5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ad89441cc5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ad89441cc5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ad89441cc5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ad89441cc5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ada79c49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ada79c49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ada79c490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ada79c490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ad89441cc5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ad89441cc5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ad89441cc5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ad89441cc5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ad89441cc5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ad89441cc5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ad89441cc5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ad89441cc5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ad89441cc5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ad89441cc5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with header and footer" type="title">
  <p:cSld name="TITLE">
    <p:spTree>
      <p:nvGrpSpPr>
        <p:cNvPr id="9" name="Shape 9"/>
        <p:cNvGrpSpPr/>
        <p:nvPr/>
      </p:nvGrpSpPr>
      <p:grpSpPr>
        <a:xfrm>
          <a:off x="0" y="0"/>
          <a:ext cx="0" cy="0"/>
          <a:chOff x="0" y="0"/>
          <a:chExt cx="0" cy="0"/>
        </a:xfrm>
      </p:grpSpPr>
      <p:sp>
        <p:nvSpPr>
          <p:cNvPr id="10" name="Google Shape;10;p2"/>
          <p:cNvSpPr txBox="1"/>
          <p:nvPr>
            <p:ph idx="1" type="body"/>
          </p:nvPr>
        </p:nvSpPr>
        <p:spPr>
          <a:xfrm>
            <a:off x="228600" y="2856025"/>
            <a:ext cx="1889400" cy="670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 name="Google Shape;11;p2"/>
          <p:cNvSpPr txBox="1"/>
          <p:nvPr>
            <p:ph idx="2" type="body"/>
          </p:nvPr>
        </p:nvSpPr>
        <p:spPr>
          <a:xfrm>
            <a:off x="228600" y="168075"/>
            <a:ext cx="1889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2" name="Google Shape;12;p2"/>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4" name="Google Shape;14;p2"/>
          <p:cNvSpPr txBox="1"/>
          <p:nvPr>
            <p:ph type="title"/>
          </p:nvPr>
        </p:nvSpPr>
        <p:spPr>
          <a:xfrm>
            <a:off x="228600" y="1909750"/>
            <a:ext cx="6232800" cy="946200"/>
          </a:xfrm>
          <a:prstGeom prst="rect">
            <a:avLst/>
          </a:prstGeom>
        </p:spPr>
        <p:txBody>
          <a:bodyPr anchorCtr="0" anchor="b"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15" name="Google Shape;15;p2"/>
          <p:cNvSpPr txBox="1"/>
          <p:nvPr>
            <p:ph idx="4" type="body"/>
          </p:nvPr>
        </p:nvSpPr>
        <p:spPr>
          <a:xfrm>
            <a:off x="2400300" y="2856025"/>
            <a:ext cx="1889400" cy="670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6" name="Google Shape;16;p2"/>
          <p:cNvSpPr txBox="1"/>
          <p:nvPr>
            <p:ph idx="5" type="body"/>
          </p:nvPr>
        </p:nvSpPr>
        <p:spPr>
          <a:xfrm>
            <a:off x="2400300" y="168075"/>
            <a:ext cx="1889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7" name="Google Shape;17;p2"/>
          <p:cNvSpPr txBox="1"/>
          <p:nvPr>
            <p:ph idx="6" type="body"/>
          </p:nvPr>
        </p:nvSpPr>
        <p:spPr>
          <a:xfrm>
            <a:off x="4572000" y="168075"/>
            <a:ext cx="1889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8" name="Google Shape;18;p2"/>
          <p:cNvSpPr txBox="1"/>
          <p:nvPr>
            <p:ph idx="7" type="body"/>
          </p:nvPr>
        </p:nvSpPr>
        <p:spPr>
          <a:xfrm>
            <a:off x="6743700" y="168075"/>
            <a:ext cx="1889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9" name="Google Shape;19;p2"/>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extLst>
    <p:ext uri="{DCECCB84-F9BA-43D5-87BE-67443E8EF086}">
      <p15:sldGuideLst>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20" name="Shape 20"/>
        <p:cNvGrpSpPr/>
        <p:nvPr/>
      </p:nvGrpSpPr>
      <p:grpSpPr>
        <a:xfrm>
          <a:off x="0" y="0"/>
          <a:ext cx="0" cy="0"/>
          <a:chOff x="0" y="0"/>
          <a:chExt cx="0" cy="0"/>
        </a:xfrm>
      </p:grpSpPr>
      <p:sp>
        <p:nvSpPr>
          <p:cNvPr id="21" name="Google Shape;21;p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type="title"/>
          </p:nvPr>
        </p:nvSpPr>
        <p:spPr>
          <a:xfrm>
            <a:off x="228600" y="1909750"/>
            <a:ext cx="6232800" cy="946200"/>
          </a:xfrm>
          <a:prstGeom prst="rect">
            <a:avLst/>
          </a:prstGeom>
        </p:spPr>
        <p:txBody>
          <a:bodyPr anchorCtr="0" anchor="b"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23" name="Google Shape;23;p3"/>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24" name="Google Shape;24;p3"/>
          <p:cNvSpPr txBox="1"/>
          <p:nvPr>
            <p:ph idx="1" type="subTitle"/>
          </p:nvPr>
        </p:nvSpPr>
        <p:spPr>
          <a:xfrm>
            <a:off x="228600" y="2866225"/>
            <a:ext cx="6232800" cy="649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25" name="Shape 25"/>
        <p:cNvGrpSpPr/>
        <p:nvPr/>
      </p:nvGrpSpPr>
      <p:grpSpPr>
        <a:xfrm>
          <a:off x="0" y="0"/>
          <a:ext cx="0" cy="0"/>
          <a:chOff x="0" y="0"/>
          <a:chExt cx="0" cy="0"/>
        </a:xfrm>
      </p:grpSpPr>
      <p:sp>
        <p:nvSpPr>
          <p:cNvPr id="26" name="Google Shape;26;p4"/>
          <p:cNvSpPr txBox="1"/>
          <p:nvPr>
            <p:ph idx="1" type="body"/>
          </p:nvPr>
        </p:nvSpPr>
        <p:spPr>
          <a:xfrm>
            <a:off x="228600" y="2856025"/>
            <a:ext cx="1889400" cy="670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7" name="Google Shape;27;p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4"/>
          <p:cNvSpPr txBox="1"/>
          <p:nvPr>
            <p:ph type="title"/>
          </p:nvPr>
        </p:nvSpPr>
        <p:spPr>
          <a:xfrm>
            <a:off x="228600" y="1909750"/>
            <a:ext cx="6232800" cy="946200"/>
          </a:xfrm>
          <a:prstGeom prst="rect">
            <a:avLst/>
          </a:prstGeom>
        </p:spPr>
        <p:txBody>
          <a:bodyPr anchorCtr="0" anchor="b"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29" name="Google Shape;29;p4"/>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extLst>
    <p:ext uri="{DCECCB84-F9BA-43D5-87BE-67443E8EF086}">
      <p15:sldGuideLst>
        <p15:guide id="1" orient="horz" pos="1620">
          <p15:clr>
            <a:srgbClr val="E46962"/>
          </p15:clr>
        </p15:guide>
        <p15:guide id="2" pos="2880">
          <p15:clr>
            <a:srgbClr val="E46962"/>
          </p15:clr>
        </p15:guide>
        <p15:guide id="3" pos="144">
          <p15:clr>
            <a:srgbClr val="E46962"/>
          </p15:clr>
        </p15:guide>
        <p15:guide id="4" pos="1512">
          <p15:clr>
            <a:srgbClr val="E46962"/>
          </p15:clr>
        </p15:guide>
        <p15:guide id="5" pos="4248">
          <p15:clr>
            <a:srgbClr val="E46962"/>
          </p15:clr>
        </p15:guide>
        <p15:guide id="6" pos="5616">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ex" type="secHead">
  <p:cSld name="SECTION_HEADER">
    <p:spTree>
      <p:nvGrpSpPr>
        <p:cNvPr id="30" name="Shape 30"/>
        <p:cNvGrpSpPr/>
        <p:nvPr/>
      </p:nvGrpSpPr>
      <p:grpSpPr>
        <a:xfrm>
          <a:off x="0" y="0"/>
          <a:ext cx="0" cy="0"/>
          <a:chOff x="0" y="0"/>
          <a:chExt cx="0" cy="0"/>
        </a:xfrm>
      </p:grpSpPr>
      <p:sp>
        <p:nvSpPr>
          <p:cNvPr id="31" name="Google Shape;31;p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5"/>
          <p:cNvSpPr txBox="1"/>
          <p:nvPr>
            <p:ph idx="1" type="subTitle"/>
          </p:nvPr>
        </p:nvSpPr>
        <p:spPr>
          <a:xfrm>
            <a:off x="228600" y="167750"/>
            <a:ext cx="5257800" cy="3105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33" name="Google Shape;33;p5"/>
          <p:cNvSpPr txBox="1"/>
          <p:nvPr>
            <p:ph idx="2"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34" name="Google Shape;34;p5"/>
          <p:cNvCxnSpPr/>
          <p:nvPr/>
        </p:nvCxnSpPr>
        <p:spPr>
          <a:xfrm>
            <a:off x="228600" y="478125"/>
            <a:ext cx="8686800" cy="0"/>
          </a:xfrm>
          <a:prstGeom prst="straightConnector1">
            <a:avLst/>
          </a:prstGeom>
          <a:noFill/>
          <a:ln cap="flat" cmpd="sng" w="9525">
            <a:solidFill>
              <a:schemeClr val="dk2"/>
            </a:solidFill>
            <a:prstDash val="solid"/>
            <a:round/>
            <a:headEnd len="med" w="med" type="none"/>
            <a:tailEnd len="med" w="med" type="none"/>
          </a:ln>
        </p:spPr>
      </p:cxnSp>
      <p:cxnSp>
        <p:nvCxnSpPr>
          <p:cNvPr id="35" name="Google Shape;35;p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extLst>
    <p:ext uri="{DCECCB84-F9BA-43D5-87BE-67443E8EF086}">
      <p15:sldGuideLst>
        <p15:guide id="1" pos="3456">
          <p15:clr>
            <a:srgbClr val="E46962"/>
          </p15:clr>
        </p15:guide>
        <p15:guide id="2" pos="4752">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ate sheet" type="tx">
  <p:cSld name="TITLE_AND_BODY">
    <p:spTree>
      <p:nvGrpSpPr>
        <p:cNvPr id="36" name="Shape 36"/>
        <p:cNvGrpSpPr/>
        <p:nvPr/>
      </p:nvGrpSpPr>
      <p:grpSpPr>
        <a:xfrm>
          <a:off x="0" y="0"/>
          <a:ext cx="0" cy="0"/>
          <a:chOff x="0" y="0"/>
          <a:chExt cx="0" cy="0"/>
        </a:xfrm>
      </p:grpSpPr>
      <p:sp>
        <p:nvSpPr>
          <p:cNvPr id="37" name="Google Shape;37;p6"/>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8" name="Google Shape;38;p6"/>
          <p:cNvSpPr txBox="1"/>
          <p:nvPr>
            <p:ph type="title"/>
          </p:nvPr>
        </p:nvSpPr>
        <p:spPr>
          <a:xfrm>
            <a:off x="229450" y="164350"/>
            <a:ext cx="8686800" cy="485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 name="Google Shape;39;p6"/>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0" name="Google Shape;40;p6"/>
          <p:cNvSpPr txBox="1"/>
          <p:nvPr>
            <p:ph idx="2" type="subTitle"/>
          </p:nvPr>
        </p:nvSpPr>
        <p:spPr>
          <a:xfrm>
            <a:off x="228600" y="1213525"/>
            <a:ext cx="27282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41" name="Google Shape;41;p6"/>
          <p:cNvSpPr txBox="1"/>
          <p:nvPr>
            <p:ph idx="3" type="subTitle"/>
          </p:nvPr>
        </p:nvSpPr>
        <p:spPr>
          <a:xfrm>
            <a:off x="3207900" y="1213525"/>
            <a:ext cx="27282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42" name="Google Shape;42;p6"/>
          <p:cNvSpPr txBox="1"/>
          <p:nvPr>
            <p:ph idx="4" type="subTitle"/>
          </p:nvPr>
        </p:nvSpPr>
        <p:spPr>
          <a:xfrm>
            <a:off x="6187200" y="1213525"/>
            <a:ext cx="27282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cxnSp>
        <p:nvCxnSpPr>
          <p:cNvPr id="43" name="Google Shape;43;p6"/>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ith footer" type="twoColTx">
  <p:cSld name="TITLE_AND_TWO_COLUMNS">
    <p:spTree>
      <p:nvGrpSpPr>
        <p:cNvPr id="44" name="Shape 44"/>
        <p:cNvGrpSpPr/>
        <p:nvPr/>
      </p:nvGrpSpPr>
      <p:grpSpPr>
        <a:xfrm>
          <a:off x="0" y="0"/>
          <a:ext cx="0" cy="0"/>
          <a:chOff x="0" y="0"/>
          <a:chExt cx="0" cy="0"/>
        </a:xfrm>
      </p:grpSpPr>
      <p:sp>
        <p:nvSpPr>
          <p:cNvPr id="45" name="Google Shape;45;p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6" name="Google Shape;46;p7"/>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 name="Google Shape;47;p7"/>
          <p:cNvSpPr txBox="1"/>
          <p:nvPr>
            <p:ph idx="1" type="body"/>
          </p:nvPr>
        </p:nvSpPr>
        <p:spPr>
          <a:xfrm>
            <a:off x="2294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8" name="Google Shape;48;p7"/>
          <p:cNvSpPr txBox="1"/>
          <p:nvPr>
            <p:ph idx="2" type="subTitle"/>
          </p:nvPr>
        </p:nvSpPr>
        <p:spPr>
          <a:xfrm>
            <a:off x="2294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49" name="Google Shape;49;p7"/>
          <p:cNvSpPr txBox="1"/>
          <p:nvPr>
            <p:ph idx="3" type="body"/>
          </p:nvPr>
        </p:nvSpPr>
        <p:spPr>
          <a:xfrm>
            <a:off x="315580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0" name="Google Shape;50;p7"/>
          <p:cNvSpPr txBox="1"/>
          <p:nvPr>
            <p:ph idx="4" type="subTitle"/>
          </p:nvPr>
        </p:nvSpPr>
        <p:spPr>
          <a:xfrm>
            <a:off x="315580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51" name="Google Shape;51;p7"/>
          <p:cNvSpPr txBox="1"/>
          <p:nvPr>
            <p:ph idx="5" type="body"/>
          </p:nvPr>
        </p:nvSpPr>
        <p:spPr>
          <a:xfrm>
            <a:off x="60821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2" name="Google Shape;52;p7"/>
          <p:cNvSpPr txBox="1"/>
          <p:nvPr>
            <p:ph idx="6" type="subTitle"/>
          </p:nvPr>
        </p:nvSpPr>
        <p:spPr>
          <a:xfrm>
            <a:off x="60821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53" name="Google Shape;53;p7"/>
          <p:cNvSpPr txBox="1"/>
          <p:nvPr>
            <p:ph idx="7"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54" name="Google Shape;54;p7"/>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ITLE_AND_TWO_COLUMNS_1">
    <p:spTree>
      <p:nvGrpSpPr>
        <p:cNvPr id="55" name="Shape 55"/>
        <p:cNvGrpSpPr/>
        <p:nvPr/>
      </p:nvGrpSpPr>
      <p:grpSpPr>
        <a:xfrm>
          <a:off x="0" y="0"/>
          <a:ext cx="0" cy="0"/>
          <a:chOff x="0" y="0"/>
          <a:chExt cx="0" cy="0"/>
        </a:xfrm>
      </p:grpSpPr>
      <p:sp>
        <p:nvSpPr>
          <p:cNvPr id="56" name="Google Shape;56;p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8"/>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8"/>
          <p:cNvSpPr txBox="1"/>
          <p:nvPr>
            <p:ph idx="1" type="body"/>
          </p:nvPr>
        </p:nvSpPr>
        <p:spPr>
          <a:xfrm>
            <a:off x="2294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9" name="Google Shape;59;p8"/>
          <p:cNvSpPr txBox="1"/>
          <p:nvPr>
            <p:ph idx="2" type="subTitle"/>
          </p:nvPr>
        </p:nvSpPr>
        <p:spPr>
          <a:xfrm>
            <a:off x="2294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60" name="Google Shape;60;p8"/>
          <p:cNvSpPr txBox="1"/>
          <p:nvPr>
            <p:ph idx="3" type="body"/>
          </p:nvPr>
        </p:nvSpPr>
        <p:spPr>
          <a:xfrm>
            <a:off x="315580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61" name="Google Shape;61;p8"/>
          <p:cNvSpPr txBox="1"/>
          <p:nvPr>
            <p:ph idx="4" type="subTitle"/>
          </p:nvPr>
        </p:nvSpPr>
        <p:spPr>
          <a:xfrm>
            <a:off x="315580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62" name="Google Shape;62;p8"/>
          <p:cNvSpPr txBox="1"/>
          <p:nvPr>
            <p:ph idx="5" type="body"/>
          </p:nvPr>
        </p:nvSpPr>
        <p:spPr>
          <a:xfrm>
            <a:off x="60821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63" name="Google Shape;63;p8"/>
          <p:cNvSpPr txBox="1"/>
          <p:nvPr>
            <p:ph idx="6" type="subTitle"/>
          </p:nvPr>
        </p:nvSpPr>
        <p:spPr>
          <a:xfrm>
            <a:off x="60821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cxnSp>
        <p:nvCxnSpPr>
          <p:cNvPr id="64" name="Google Shape;64;p8"/>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TITLE_AND_TWO_COLUMNS_1_2">
    <p:spTree>
      <p:nvGrpSpPr>
        <p:cNvPr id="65" name="Shape 65"/>
        <p:cNvGrpSpPr/>
        <p:nvPr/>
      </p:nvGrpSpPr>
      <p:grpSpPr>
        <a:xfrm>
          <a:off x="0" y="0"/>
          <a:ext cx="0" cy="0"/>
          <a:chOff x="0" y="0"/>
          <a:chExt cx="0" cy="0"/>
        </a:xfrm>
      </p:grpSpPr>
      <p:sp>
        <p:nvSpPr>
          <p:cNvPr id="66" name="Google Shape;66;p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9"/>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68" name="Google Shape;68;p9"/>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69" name="Google Shape;69;p9"/>
          <p:cNvSpPr txBox="1"/>
          <p:nvPr>
            <p:ph idx="1" type="body"/>
          </p:nvPr>
        </p:nvSpPr>
        <p:spPr>
          <a:xfrm>
            <a:off x="24003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70" name="Google Shape;70;p9"/>
          <p:cNvSpPr txBox="1"/>
          <p:nvPr>
            <p:ph idx="2" type="body"/>
          </p:nvPr>
        </p:nvSpPr>
        <p:spPr>
          <a:xfrm>
            <a:off x="2286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71" name="Google Shape;71;p9"/>
          <p:cNvSpPr txBox="1"/>
          <p:nvPr>
            <p:ph idx="3" type="body"/>
          </p:nvPr>
        </p:nvSpPr>
        <p:spPr>
          <a:xfrm>
            <a:off x="45720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72" name="Google Shape;72;p9"/>
          <p:cNvSpPr txBox="1"/>
          <p:nvPr>
            <p:ph idx="4" type="body"/>
          </p:nvPr>
        </p:nvSpPr>
        <p:spPr>
          <a:xfrm>
            <a:off x="67437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73" name="Google Shape;73;p9"/>
          <p:cNvSpPr txBox="1"/>
          <p:nvPr>
            <p:ph idx="5" type="subTitle"/>
          </p:nvPr>
        </p:nvSpPr>
        <p:spPr>
          <a:xfrm>
            <a:off x="229450" y="2123775"/>
            <a:ext cx="18894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74" name="Google Shape;74;p9"/>
          <p:cNvSpPr txBox="1"/>
          <p:nvPr>
            <p:ph idx="6" type="subTitle"/>
          </p:nvPr>
        </p:nvSpPr>
        <p:spPr>
          <a:xfrm>
            <a:off x="2400300" y="2123775"/>
            <a:ext cx="18894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75" name="Google Shape;75;p9"/>
          <p:cNvSpPr txBox="1"/>
          <p:nvPr>
            <p:ph idx="7" type="subTitle"/>
          </p:nvPr>
        </p:nvSpPr>
        <p:spPr>
          <a:xfrm>
            <a:off x="4572000" y="2123775"/>
            <a:ext cx="18894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76" name="Google Shape;76;p9"/>
          <p:cNvSpPr txBox="1"/>
          <p:nvPr>
            <p:ph idx="8" type="subTitle"/>
          </p:nvPr>
        </p:nvSpPr>
        <p:spPr>
          <a:xfrm>
            <a:off x="6743700" y="2123775"/>
            <a:ext cx="18894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TITLE_AND_TWO_COLUMNS_1_2_1">
    <p:spTree>
      <p:nvGrpSpPr>
        <p:cNvPr id="77" name="Shape 77"/>
        <p:cNvGrpSpPr/>
        <p:nvPr/>
      </p:nvGrpSpPr>
      <p:grpSpPr>
        <a:xfrm>
          <a:off x="0" y="0"/>
          <a:ext cx="0" cy="0"/>
          <a:chOff x="0" y="0"/>
          <a:chExt cx="0" cy="0"/>
        </a:xfrm>
      </p:grpSpPr>
      <p:sp>
        <p:nvSpPr>
          <p:cNvPr id="78" name="Google Shape;78;p1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0"/>
          <p:cNvSpPr txBox="1"/>
          <p:nvPr>
            <p:ph type="title"/>
          </p:nvPr>
        </p:nvSpPr>
        <p:spPr>
          <a:xfrm>
            <a:off x="229450" y="164350"/>
            <a:ext cx="5541900" cy="18342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cxnSp>
        <p:nvCxnSpPr>
          <p:cNvPr id="80" name="Google Shape;80;p10"/>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81" name="Google Shape;81;p10"/>
          <p:cNvSpPr txBox="1"/>
          <p:nvPr>
            <p:ph idx="1" type="body"/>
          </p:nvPr>
        </p:nvSpPr>
        <p:spPr>
          <a:xfrm>
            <a:off x="228600" y="2448075"/>
            <a:ext cx="55419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82" name="Google Shape;82;p10"/>
          <p:cNvSpPr txBox="1"/>
          <p:nvPr>
            <p:ph idx="2" type="subTitle"/>
          </p:nvPr>
        </p:nvSpPr>
        <p:spPr>
          <a:xfrm>
            <a:off x="228600" y="1798275"/>
            <a:ext cx="5541900" cy="649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ITLE_AND_TWO_COLUMNS_1_1">
    <p:spTree>
      <p:nvGrpSpPr>
        <p:cNvPr id="83" name="Shape 83"/>
        <p:cNvGrpSpPr/>
        <p:nvPr/>
      </p:nvGrpSpPr>
      <p:grpSpPr>
        <a:xfrm>
          <a:off x="0" y="0"/>
          <a:ext cx="0" cy="0"/>
          <a:chOff x="0" y="0"/>
          <a:chExt cx="0" cy="0"/>
        </a:xfrm>
      </p:grpSpPr>
      <p:sp>
        <p:nvSpPr>
          <p:cNvPr id="84" name="Google Shape;84;p11"/>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1"/>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6" name="Google Shape;86;p11"/>
          <p:cNvSpPr txBox="1"/>
          <p:nvPr>
            <p:ph idx="1" type="body"/>
          </p:nvPr>
        </p:nvSpPr>
        <p:spPr>
          <a:xfrm>
            <a:off x="229450" y="3455950"/>
            <a:ext cx="4061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87" name="Google Shape;87;p11"/>
          <p:cNvSpPr txBox="1"/>
          <p:nvPr>
            <p:ph idx="2" type="subTitle"/>
          </p:nvPr>
        </p:nvSpPr>
        <p:spPr>
          <a:xfrm>
            <a:off x="229450" y="3127850"/>
            <a:ext cx="4061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cxnSp>
        <p:nvCxnSpPr>
          <p:cNvPr id="88" name="Google Shape;88;p11"/>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89" name="Google Shape;89;p11"/>
          <p:cNvSpPr txBox="1"/>
          <p:nvPr>
            <p:ph idx="3" type="body"/>
          </p:nvPr>
        </p:nvSpPr>
        <p:spPr>
          <a:xfrm>
            <a:off x="4573675" y="3455950"/>
            <a:ext cx="4061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90" name="Google Shape;90;p11"/>
          <p:cNvSpPr txBox="1"/>
          <p:nvPr>
            <p:ph idx="4" type="subTitle"/>
          </p:nvPr>
        </p:nvSpPr>
        <p:spPr>
          <a:xfrm>
            <a:off x="4573675" y="3127850"/>
            <a:ext cx="4061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ody text">
  <p:cSld name="CUSTOM_3">
    <p:spTree>
      <p:nvGrpSpPr>
        <p:cNvPr id="91" name="Shape 91"/>
        <p:cNvGrpSpPr/>
        <p:nvPr/>
      </p:nvGrpSpPr>
      <p:grpSpPr>
        <a:xfrm>
          <a:off x="0" y="0"/>
          <a:ext cx="0" cy="0"/>
          <a:chOff x="0" y="0"/>
          <a:chExt cx="0" cy="0"/>
        </a:xfrm>
      </p:grpSpPr>
      <p:sp>
        <p:nvSpPr>
          <p:cNvPr id="92" name="Google Shape;92;p12"/>
          <p:cNvSpPr txBox="1"/>
          <p:nvPr>
            <p:ph idx="1" type="body"/>
          </p:nvPr>
        </p:nvSpPr>
        <p:spPr>
          <a:xfrm>
            <a:off x="5095525" y="922175"/>
            <a:ext cx="3440100" cy="12549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93" name="Google Shape;93;p12"/>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2"/>
          <p:cNvSpPr txBox="1"/>
          <p:nvPr>
            <p:ph idx="2" type="body"/>
          </p:nvPr>
        </p:nvSpPr>
        <p:spPr>
          <a:xfrm>
            <a:off x="5095525" y="2801100"/>
            <a:ext cx="3440100" cy="8139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95" name="Google Shape;95;p12"/>
          <p:cNvSpPr txBox="1"/>
          <p:nvPr>
            <p:ph idx="3" type="body"/>
          </p:nvPr>
        </p:nvSpPr>
        <p:spPr>
          <a:xfrm>
            <a:off x="5095525" y="4013575"/>
            <a:ext cx="3440100" cy="5370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96" name="Google Shape;96;p12"/>
          <p:cNvSpPr txBox="1"/>
          <p:nvPr>
            <p:ph idx="4"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97" name="Google Shape;97;p12"/>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type="titleOnly">
  <p:cSld name="TITLE_ONLY">
    <p:spTree>
      <p:nvGrpSpPr>
        <p:cNvPr id="98" name="Shape 98"/>
        <p:cNvGrpSpPr/>
        <p:nvPr/>
      </p:nvGrpSpPr>
      <p:grpSpPr>
        <a:xfrm>
          <a:off x="0" y="0"/>
          <a:ext cx="0" cy="0"/>
          <a:chOff x="0" y="0"/>
          <a:chExt cx="0" cy="0"/>
        </a:xfrm>
      </p:grpSpPr>
      <p:sp>
        <p:nvSpPr>
          <p:cNvPr id="99" name="Google Shape;99;p1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13"/>
          <p:cNvSpPr txBox="1"/>
          <p:nvPr>
            <p:ph type="title"/>
          </p:nvPr>
        </p:nvSpPr>
        <p:spPr>
          <a:xfrm>
            <a:off x="229450" y="164350"/>
            <a:ext cx="8686800" cy="3383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 name="Google Shape;101;p13"/>
          <p:cNvSpPr txBox="1"/>
          <p:nvPr>
            <p:ph idx="1" type="body"/>
          </p:nvPr>
        </p:nvSpPr>
        <p:spPr>
          <a:xfrm>
            <a:off x="2286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02" name="Google Shape;102;p13"/>
          <p:cNvSpPr txBox="1"/>
          <p:nvPr>
            <p:ph idx="2" type="body"/>
          </p:nvPr>
        </p:nvSpPr>
        <p:spPr>
          <a:xfrm>
            <a:off x="24003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03" name="Google Shape;103;p13"/>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04" name="Google Shape;104;p13"/>
          <p:cNvSpPr txBox="1"/>
          <p:nvPr>
            <p:ph idx="4" type="body"/>
          </p:nvPr>
        </p:nvSpPr>
        <p:spPr>
          <a:xfrm>
            <a:off x="67437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05" name="Google Shape;105;p13"/>
          <p:cNvSpPr txBox="1"/>
          <p:nvPr>
            <p:ph idx="5" type="body"/>
          </p:nvPr>
        </p:nvSpPr>
        <p:spPr>
          <a:xfrm>
            <a:off x="45720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06" name="Google Shape;106;p13"/>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text">
  <p:cSld name="TITLE_ONLY_1">
    <p:spTree>
      <p:nvGrpSpPr>
        <p:cNvPr id="107" name="Shape 107"/>
        <p:cNvGrpSpPr/>
        <p:nvPr/>
      </p:nvGrpSpPr>
      <p:grpSpPr>
        <a:xfrm>
          <a:off x="0" y="0"/>
          <a:ext cx="0" cy="0"/>
          <a:chOff x="0" y="0"/>
          <a:chExt cx="0" cy="0"/>
        </a:xfrm>
      </p:grpSpPr>
      <p:sp>
        <p:nvSpPr>
          <p:cNvPr id="108" name="Google Shape;108;p1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14"/>
          <p:cNvSpPr txBox="1"/>
          <p:nvPr>
            <p:ph idx="1" type="body"/>
          </p:nvPr>
        </p:nvSpPr>
        <p:spPr>
          <a:xfrm>
            <a:off x="370100"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0" name="Google Shape;110;p14"/>
          <p:cNvSpPr txBox="1"/>
          <p:nvPr>
            <p:ph idx="2" type="body"/>
          </p:nvPr>
        </p:nvSpPr>
        <p:spPr>
          <a:xfrm>
            <a:off x="2541453"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1" name="Google Shape;111;p14"/>
          <p:cNvSpPr txBox="1"/>
          <p:nvPr>
            <p:ph idx="3" type="body"/>
          </p:nvPr>
        </p:nvSpPr>
        <p:spPr>
          <a:xfrm>
            <a:off x="4713154"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2" name="Google Shape;112;p14"/>
          <p:cNvSpPr txBox="1"/>
          <p:nvPr>
            <p:ph idx="4" type="body"/>
          </p:nvPr>
        </p:nvSpPr>
        <p:spPr>
          <a:xfrm>
            <a:off x="6884852" y="3868750"/>
            <a:ext cx="1889400" cy="641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3" name="Google Shape;113;p14"/>
          <p:cNvSpPr txBox="1"/>
          <p:nvPr>
            <p:ph idx="5" type="subTitle"/>
          </p:nvPr>
        </p:nvSpPr>
        <p:spPr>
          <a:xfrm>
            <a:off x="370100" y="4953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14" name="Google Shape;114;p14"/>
          <p:cNvSpPr txBox="1"/>
          <p:nvPr>
            <p:ph idx="6" type="subTitle"/>
          </p:nvPr>
        </p:nvSpPr>
        <p:spPr>
          <a:xfrm>
            <a:off x="2541450" y="4953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15" name="Google Shape;115;p14"/>
          <p:cNvSpPr txBox="1"/>
          <p:nvPr>
            <p:ph idx="7" type="subTitle"/>
          </p:nvPr>
        </p:nvSpPr>
        <p:spPr>
          <a:xfrm>
            <a:off x="4712800" y="4953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16" name="Google Shape;116;p14"/>
          <p:cNvSpPr txBox="1"/>
          <p:nvPr>
            <p:ph idx="8" type="subTitle"/>
          </p:nvPr>
        </p:nvSpPr>
        <p:spPr>
          <a:xfrm>
            <a:off x="6884150" y="4953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17" name="Google Shape;117;p14"/>
          <p:cNvSpPr txBox="1"/>
          <p:nvPr>
            <p:ph idx="9"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18" name="Google Shape;118;p14"/>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ONLY_1_1">
    <p:spTree>
      <p:nvGrpSpPr>
        <p:cNvPr id="119" name="Shape 119"/>
        <p:cNvGrpSpPr/>
        <p:nvPr/>
      </p:nvGrpSpPr>
      <p:grpSpPr>
        <a:xfrm>
          <a:off x="0" y="0"/>
          <a:ext cx="0" cy="0"/>
          <a:chOff x="0" y="0"/>
          <a:chExt cx="0" cy="0"/>
        </a:xfrm>
      </p:grpSpPr>
      <p:sp>
        <p:nvSpPr>
          <p:cNvPr id="120" name="Google Shape;120;p1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5"/>
          <p:cNvSpPr txBox="1"/>
          <p:nvPr>
            <p:ph idx="1" type="subTitle"/>
          </p:nvPr>
        </p:nvSpPr>
        <p:spPr>
          <a:xfrm>
            <a:off x="1456800" y="17907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22" name="Google Shape;122;p15"/>
          <p:cNvSpPr txBox="1"/>
          <p:nvPr>
            <p:ph idx="2" type="subTitle"/>
          </p:nvPr>
        </p:nvSpPr>
        <p:spPr>
          <a:xfrm>
            <a:off x="3628150" y="17907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23" name="Google Shape;123;p15"/>
          <p:cNvSpPr txBox="1"/>
          <p:nvPr>
            <p:ph idx="3" type="subTitle"/>
          </p:nvPr>
        </p:nvSpPr>
        <p:spPr>
          <a:xfrm>
            <a:off x="5799500" y="1790719"/>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24" name="Google Shape;124;p15"/>
          <p:cNvSpPr txBox="1"/>
          <p:nvPr>
            <p:ph idx="4" type="subTitle"/>
          </p:nvPr>
        </p:nvSpPr>
        <p:spPr>
          <a:xfrm>
            <a:off x="5799500" y="3234832"/>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cxnSp>
        <p:nvCxnSpPr>
          <p:cNvPr id="125" name="Google Shape;125;p1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126" name="Google Shape;126;p15"/>
          <p:cNvSpPr txBox="1"/>
          <p:nvPr>
            <p:ph idx="5" type="subTitle"/>
          </p:nvPr>
        </p:nvSpPr>
        <p:spPr>
          <a:xfrm>
            <a:off x="1456800" y="3234832"/>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27" name="Google Shape;127;p15"/>
          <p:cNvSpPr txBox="1"/>
          <p:nvPr>
            <p:ph idx="6" type="subTitle"/>
          </p:nvPr>
        </p:nvSpPr>
        <p:spPr>
          <a:xfrm>
            <a:off x="3628150" y="3234832"/>
            <a:ext cx="1889400" cy="1092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28" name="Google Shape;128;p15"/>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V">
  <p:cSld name="CUSTOM_5">
    <p:spTree>
      <p:nvGrpSpPr>
        <p:cNvPr id="129" name="Shape 129"/>
        <p:cNvGrpSpPr/>
        <p:nvPr/>
      </p:nvGrpSpPr>
      <p:grpSpPr>
        <a:xfrm>
          <a:off x="0" y="0"/>
          <a:ext cx="0" cy="0"/>
          <a:chOff x="0" y="0"/>
          <a:chExt cx="0" cy="0"/>
        </a:xfrm>
      </p:grpSpPr>
      <p:sp>
        <p:nvSpPr>
          <p:cNvPr id="130" name="Google Shape;130;p16"/>
          <p:cNvSpPr txBox="1"/>
          <p:nvPr>
            <p:ph idx="1" type="body"/>
          </p:nvPr>
        </p:nvSpPr>
        <p:spPr>
          <a:xfrm>
            <a:off x="24003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31" name="Google Shape;131;p16"/>
          <p:cNvSpPr txBox="1"/>
          <p:nvPr>
            <p:ph idx="2" type="body"/>
          </p:nvPr>
        </p:nvSpPr>
        <p:spPr>
          <a:xfrm>
            <a:off x="2286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32" name="Google Shape;132;p16"/>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3" name="Google Shape;133;p16"/>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134" name="Google Shape;134;p16"/>
          <p:cNvSpPr txBox="1"/>
          <p:nvPr>
            <p:ph idx="3" type="body"/>
          </p:nvPr>
        </p:nvSpPr>
        <p:spPr>
          <a:xfrm>
            <a:off x="45720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35" name="Google Shape;135;p16"/>
          <p:cNvSpPr txBox="1"/>
          <p:nvPr>
            <p:ph idx="4" type="body"/>
          </p:nvPr>
        </p:nvSpPr>
        <p:spPr>
          <a:xfrm>
            <a:off x="6743700" y="2448075"/>
            <a:ext cx="1889400" cy="2021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36" name="Google Shape;136;p16"/>
          <p:cNvSpPr txBox="1"/>
          <p:nvPr>
            <p:ph idx="5" type="subTitle"/>
          </p:nvPr>
        </p:nvSpPr>
        <p:spPr>
          <a:xfrm>
            <a:off x="4572000" y="1585625"/>
            <a:ext cx="4061100" cy="649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7" name="Google Shape;137;p16"/>
          <p:cNvSpPr txBox="1"/>
          <p:nvPr>
            <p:ph idx="6" type="subTitle"/>
          </p:nvPr>
        </p:nvSpPr>
        <p:spPr>
          <a:xfrm>
            <a:off x="228600" y="1585625"/>
            <a:ext cx="4061100" cy="649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8" name="Google Shape;138;p16"/>
          <p:cNvSpPr txBox="1"/>
          <p:nvPr>
            <p:ph idx="7"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39" name="Google Shape;139;p16"/>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with footer">
  <p:cSld name="CUSTOM">
    <p:bg>
      <p:bgPr>
        <a:solidFill>
          <a:schemeClr val="dk1"/>
        </a:solidFill>
      </p:bgPr>
    </p:bg>
    <p:spTree>
      <p:nvGrpSpPr>
        <p:cNvPr id="140" name="Shape 140"/>
        <p:cNvGrpSpPr/>
        <p:nvPr/>
      </p:nvGrpSpPr>
      <p:grpSpPr>
        <a:xfrm>
          <a:off x="0" y="0"/>
          <a:ext cx="0" cy="0"/>
          <a:chOff x="0" y="0"/>
          <a:chExt cx="0" cy="0"/>
        </a:xfrm>
      </p:grpSpPr>
      <p:sp>
        <p:nvSpPr>
          <p:cNvPr id="141" name="Google Shape;141;p17"/>
          <p:cNvSpPr txBox="1"/>
          <p:nvPr>
            <p:ph type="title"/>
          </p:nvPr>
        </p:nvSpPr>
        <p:spPr>
          <a:xfrm>
            <a:off x="225750" y="369625"/>
            <a:ext cx="8692500" cy="4314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42" name="Google Shape;142;p1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43" name="Google Shape;143;p17"/>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Char char="●"/>
              <a:defRPr>
                <a:solidFill>
                  <a:schemeClr val="lt1"/>
                </a:solidFill>
              </a:defRPr>
            </a:lvl1pPr>
            <a:lvl2pPr indent="-285750" lvl="1" marL="914400">
              <a:spcBef>
                <a:spcPts val="0"/>
              </a:spcBef>
              <a:spcAft>
                <a:spcPts val="0"/>
              </a:spcAft>
              <a:buClr>
                <a:schemeClr val="lt1"/>
              </a:buClr>
              <a:buSzPts val="900"/>
              <a:buChar char="○"/>
              <a:defRPr>
                <a:solidFill>
                  <a:schemeClr val="lt1"/>
                </a:solidFill>
              </a:defRPr>
            </a:lvl2pPr>
            <a:lvl3pPr indent="-285750" lvl="2" marL="1371600">
              <a:spcBef>
                <a:spcPts val="0"/>
              </a:spcBef>
              <a:spcAft>
                <a:spcPts val="0"/>
              </a:spcAft>
              <a:buClr>
                <a:schemeClr val="lt1"/>
              </a:buClr>
              <a:buSzPts val="900"/>
              <a:buChar char="■"/>
              <a:defRPr>
                <a:solidFill>
                  <a:schemeClr val="lt1"/>
                </a:solidFill>
              </a:defRPr>
            </a:lvl3pPr>
            <a:lvl4pPr indent="-285750" lvl="3" marL="1828800">
              <a:spcBef>
                <a:spcPts val="0"/>
              </a:spcBef>
              <a:spcAft>
                <a:spcPts val="0"/>
              </a:spcAft>
              <a:buClr>
                <a:schemeClr val="lt1"/>
              </a:buClr>
              <a:buSzPts val="900"/>
              <a:buChar char="●"/>
              <a:defRPr>
                <a:solidFill>
                  <a:schemeClr val="lt1"/>
                </a:solidFill>
              </a:defRPr>
            </a:lvl4pPr>
            <a:lvl5pPr indent="-285750" lvl="4" marL="2286000">
              <a:spcBef>
                <a:spcPts val="0"/>
              </a:spcBef>
              <a:spcAft>
                <a:spcPts val="0"/>
              </a:spcAft>
              <a:buClr>
                <a:schemeClr val="lt1"/>
              </a:buClr>
              <a:buSzPts val="900"/>
              <a:buChar char="○"/>
              <a:defRPr>
                <a:solidFill>
                  <a:schemeClr val="lt1"/>
                </a:solidFill>
              </a:defRPr>
            </a:lvl5pPr>
            <a:lvl6pPr indent="-285750" lvl="5" marL="2743200">
              <a:spcBef>
                <a:spcPts val="0"/>
              </a:spcBef>
              <a:spcAft>
                <a:spcPts val="0"/>
              </a:spcAft>
              <a:buClr>
                <a:schemeClr val="lt1"/>
              </a:buClr>
              <a:buSzPts val="9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85750" lvl="7" marL="3657600">
              <a:spcBef>
                <a:spcPts val="0"/>
              </a:spcBef>
              <a:spcAft>
                <a:spcPts val="0"/>
              </a:spcAft>
              <a:buClr>
                <a:schemeClr val="lt1"/>
              </a:buClr>
              <a:buSzPts val="900"/>
              <a:buChar char="○"/>
              <a:defRPr>
                <a:solidFill>
                  <a:schemeClr val="lt1"/>
                </a:solidFill>
              </a:defRPr>
            </a:lvl8pPr>
            <a:lvl9pPr indent="-285750" lvl="8" marL="4114800">
              <a:spcBef>
                <a:spcPts val="0"/>
              </a:spcBef>
              <a:spcAft>
                <a:spcPts val="0"/>
              </a:spcAft>
              <a:buClr>
                <a:schemeClr val="lt1"/>
              </a:buClr>
              <a:buSzPts val="900"/>
              <a:buChar char="■"/>
              <a:defRPr>
                <a:solidFill>
                  <a:schemeClr val="lt1"/>
                </a:solidFill>
              </a:defRPr>
            </a:lvl9pPr>
          </a:lstStyle>
          <a:p/>
        </p:txBody>
      </p:sp>
      <p:cxnSp>
        <p:nvCxnSpPr>
          <p:cNvPr id="144" name="Google Shape;144;p17"/>
          <p:cNvCxnSpPr/>
          <p:nvPr/>
        </p:nvCxnSpPr>
        <p:spPr>
          <a:xfrm flipH="1" rot="10800000">
            <a:off x="225750" y="4678950"/>
            <a:ext cx="8692500" cy="57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CUSTOM_10">
    <p:bg>
      <p:bgPr>
        <a:solidFill>
          <a:schemeClr val="dk1"/>
        </a:solidFill>
      </p:bgPr>
    </p:bg>
    <p:spTree>
      <p:nvGrpSpPr>
        <p:cNvPr id="145" name="Shape 145"/>
        <p:cNvGrpSpPr/>
        <p:nvPr/>
      </p:nvGrpSpPr>
      <p:grpSpPr>
        <a:xfrm>
          <a:off x="0" y="0"/>
          <a:ext cx="0" cy="0"/>
          <a:chOff x="0" y="0"/>
          <a:chExt cx="0" cy="0"/>
        </a:xfrm>
      </p:grpSpPr>
      <p:sp>
        <p:nvSpPr>
          <p:cNvPr id="146" name="Google Shape;146;p18"/>
          <p:cNvSpPr txBox="1"/>
          <p:nvPr>
            <p:ph type="title"/>
          </p:nvPr>
        </p:nvSpPr>
        <p:spPr>
          <a:xfrm>
            <a:off x="225750" y="369625"/>
            <a:ext cx="8692500" cy="4314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47" name="Google Shape;147;p18"/>
          <p:cNvSpPr txBox="1"/>
          <p:nvPr>
            <p:ph idx="2"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8" name="Google Shape;148;p1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cxnSp>
        <p:nvCxnSpPr>
          <p:cNvPr id="149" name="Google Shape;149;p18"/>
          <p:cNvCxnSpPr/>
          <p:nvPr/>
        </p:nvCxnSpPr>
        <p:spPr>
          <a:xfrm flipH="1" rot="10800000">
            <a:off x="225750" y="4678950"/>
            <a:ext cx="8692500" cy="57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6">
    <p:bg>
      <p:bgPr>
        <a:solidFill>
          <a:schemeClr val="dk1"/>
        </a:solidFill>
      </p:bgPr>
    </p:bg>
    <p:spTree>
      <p:nvGrpSpPr>
        <p:cNvPr id="150" name="Shape 150"/>
        <p:cNvGrpSpPr/>
        <p:nvPr/>
      </p:nvGrpSpPr>
      <p:grpSpPr>
        <a:xfrm>
          <a:off x="0" y="0"/>
          <a:ext cx="0" cy="0"/>
          <a:chOff x="0" y="0"/>
          <a:chExt cx="0" cy="0"/>
        </a:xfrm>
      </p:grpSpPr>
      <p:sp>
        <p:nvSpPr>
          <p:cNvPr id="151" name="Google Shape;151;p19"/>
          <p:cNvSpPr txBox="1"/>
          <p:nvPr>
            <p:ph type="title"/>
          </p:nvPr>
        </p:nvSpPr>
        <p:spPr>
          <a:xfrm>
            <a:off x="225750" y="1212350"/>
            <a:ext cx="8692500" cy="3472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500"/>
              <a:buNone/>
              <a:defRPr sz="4500">
                <a:solidFill>
                  <a:schemeClr val="lt1"/>
                </a:solidFill>
              </a:defRPr>
            </a:lvl1pPr>
            <a:lvl2pPr lvl="1">
              <a:spcBef>
                <a:spcPts val="0"/>
              </a:spcBef>
              <a:spcAft>
                <a:spcPts val="0"/>
              </a:spcAft>
              <a:buClr>
                <a:schemeClr val="lt1"/>
              </a:buClr>
              <a:buSzPts val="4500"/>
              <a:buNone/>
              <a:defRPr sz="4500">
                <a:solidFill>
                  <a:schemeClr val="lt1"/>
                </a:solidFill>
              </a:defRPr>
            </a:lvl2pPr>
            <a:lvl3pPr lvl="2">
              <a:spcBef>
                <a:spcPts val="0"/>
              </a:spcBef>
              <a:spcAft>
                <a:spcPts val="0"/>
              </a:spcAft>
              <a:buClr>
                <a:schemeClr val="lt1"/>
              </a:buClr>
              <a:buSzPts val="4500"/>
              <a:buNone/>
              <a:defRPr sz="4500">
                <a:solidFill>
                  <a:schemeClr val="lt1"/>
                </a:solidFill>
              </a:defRPr>
            </a:lvl3pPr>
            <a:lvl4pPr lvl="3">
              <a:spcBef>
                <a:spcPts val="0"/>
              </a:spcBef>
              <a:spcAft>
                <a:spcPts val="0"/>
              </a:spcAft>
              <a:buClr>
                <a:schemeClr val="lt1"/>
              </a:buClr>
              <a:buSzPts val="4500"/>
              <a:buNone/>
              <a:defRPr sz="4500">
                <a:solidFill>
                  <a:schemeClr val="lt1"/>
                </a:solidFill>
              </a:defRPr>
            </a:lvl4pPr>
            <a:lvl5pPr lvl="4">
              <a:spcBef>
                <a:spcPts val="0"/>
              </a:spcBef>
              <a:spcAft>
                <a:spcPts val="0"/>
              </a:spcAft>
              <a:buClr>
                <a:schemeClr val="lt1"/>
              </a:buClr>
              <a:buSzPts val="4500"/>
              <a:buNone/>
              <a:defRPr sz="4500">
                <a:solidFill>
                  <a:schemeClr val="lt1"/>
                </a:solidFill>
              </a:defRPr>
            </a:lvl5pPr>
            <a:lvl6pPr lvl="5">
              <a:spcBef>
                <a:spcPts val="0"/>
              </a:spcBef>
              <a:spcAft>
                <a:spcPts val="0"/>
              </a:spcAft>
              <a:buClr>
                <a:schemeClr val="lt1"/>
              </a:buClr>
              <a:buSzPts val="4500"/>
              <a:buNone/>
              <a:defRPr sz="4500">
                <a:solidFill>
                  <a:schemeClr val="lt1"/>
                </a:solidFill>
              </a:defRPr>
            </a:lvl6pPr>
            <a:lvl7pPr lvl="6">
              <a:spcBef>
                <a:spcPts val="0"/>
              </a:spcBef>
              <a:spcAft>
                <a:spcPts val="0"/>
              </a:spcAft>
              <a:buClr>
                <a:schemeClr val="lt1"/>
              </a:buClr>
              <a:buSzPts val="4500"/>
              <a:buNone/>
              <a:defRPr sz="4500">
                <a:solidFill>
                  <a:schemeClr val="lt1"/>
                </a:solidFill>
              </a:defRPr>
            </a:lvl7pPr>
            <a:lvl8pPr lvl="7">
              <a:spcBef>
                <a:spcPts val="0"/>
              </a:spcBef>
              <a:spcAft>
                <a:spcPts val="0"/>
              </a:spcAft>
              <a:buClr>
                <a:schemeClr val="lt1"/>
              </a:buClr>
              <a:buSzPts val="4500"/>
              <a:buNone/>
              <a:defRPr sz="4500">
                <a:solidFill>
                  <a:schemeClr val="lt1"/>
                </a:solidFill>
              </a:defRPr>
            </a:lvl8pPr>
            <a:lvl9pPr lvl="8">
              <a:spcBef>
                <a:spcPts val="0"/>
              </a:spcBef>
              <a:spcAft>
                <a:spcPts val="0"/>
              </a:spcAft>
              <a:buClr>
                <a:schemeClr val="lt1"/>
              </a:buClr>
              <a:buSzPts val="4500"/>
              <a:buNone/>
              <a:defRPr sz="4500">
                <a:solidFill>
                  <a:schemeClr val="lt1"/>
                </a:solidFill>
              </a:defRPr>
            </a:lvl9pPr>
          </a:lstStyle>
          <a:p/>
        </p:txBody>
      </p:sp>
      <p:sp>
        <p:nvSpPr>
          <p:cNvPr id="152" name="Google Shape;152;p1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9"/>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Char char="●"/>
              <a:defRPr>
                <a:solidFill>
                  <a:schemeClr val="lt1"/>
                </a:solidFill>
              </a:defRPr>
            </a:lvl1pPr>
            <a:lvl2pPr indent="-285750" lvl="1" marL="914400">
              <a:spcBef>
                <a:spcPts val="0"/>
              </a:spcBef>
              <a:spcAft>
                <a:spcPts val="0"/>
              </a:spcAft>
              <a:buClr>
                <a:schemeClr val="lt1"/>
              </a:buClr>
              <a:buSzPts val="900"/>
              <a:buChar char="○"/>
              <a:defRPr>
                <a:solidFill>
                  <a:schemeClr val="lt1"/>
                </a:solidFill>
              </a:defRPr>
            </a:lvl2pPr>
            <a:lvl3pPr indent="-285750" lvl="2" marL="1371600">
              <a:spcBef>
                <a:spcPts val="0"/>
              </a:spcBef>
              <a:spcAft>
                <a:spcPts val="0"/>
              </a:spcAft>
              <a:buClr>
                <a:schemeClr val="lt1"/>
              </a:buClr>
              <a:buSzPts val="900"/>
              <a:buChar char="■"/>
              <a:defRPr>
                <a:solidFill>
                  <a:schemeClr val="lt1"/>
                </a:solidFill>
              </a:defRPr>
            </a:lvl3pPr>
            <a:lvl4pPr indent="-285750" lvl="3" marL="1828800">
              <a:spcBef>
                <a:spcPts val="0"/>
              </a:spcBef>
              <a:spcAft>
                <a:spcPts val="0"/>
              </a:spcAft>
              <a:buClr>
                <a:schemeClr val="lt1"/>
              </a:buClr>
              <a:buSzPts val="900"/>
              <a:buChar char="●"/>
              <a:defRPr>
                <a:solidFill>
                  <a:schemeClr val="lt1"/>
                </a:solidFill>
              </a:defRPr>
            </a:lvl4pPr>
            <a:lvl5pPr indent="-285750" lvl="4" marL="2286000">
              <a:spcBef>
                <a:spcPts val="0"/>
              </a:spcBef>
              <a:spcAft>
                <a:spcPts val="0"/>
              </a:spcAft>
              <a:buClr>
                <a:schemeClr val="lt1"/>
              </a:buClr>
              <a:buSzPts val="900"/>
              <a:buChar char="○"/>
              <a:defRPr>
                <a:solidFill>
                  <a:schemeClr val="lt1"/>
                </a:solidFill>
              </a:defRPr>
            </a:lvl5pPr>
            <a:lvl6pPr indent="-285750" lvl="5" marL="2743200">
              <a:spcBef>
                <a:spcPts val="0"/>
              </a:spcBef>
              <a:spcAft>
                <a:spcPts val="0"/>
              </a:spcAft>
              <a:buClr>
                <a:schemeClr val="lt1"/>
              </a:buClr>
              <a:buSzPts val="9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85750" lvl="7" marL="3657600">
              <a:spcBef>
                <a:spcPts val="0"/>
              </a:spcBef>
              <a:spcAft>
                <a:spcPts val="0"/>
              </a:spcAft>
              <a:buClr>
                <a:schemeClr val="lt1"/>
              </a:buClr>
              <a:buSzPts val="900"/>
              <a:buChar char="○"/>
              <a:defRPr>
                <a:solidFill>
                  <a:schemeClr val="lt1"/>
                </a:solidFill>
              </a:defRPr>
            </a:lvl8pPr>
            <a:lvl9pPr indent="-285750" lvl="8" marL="4114800">
              <a:spcBef>
                <a:spcPts val="0"/>
              </a:spcBef>
              <a:spcAft>
                <a:spcPts val="0"/>
              </a:spcAft>
              <a:buClr>
                <a:schemeClr val="lt1"/>
              </a:buClr>
              <a:buSzPts val="900"/>
              <a:buChar char="■"/>
              <a:defRPr>
                <a:solidFill>
                  <a:schemeClr val="lt1"/>
                </a:solidFill>
              </a:defRPr>
            </a:lvl9pPr>
          </a:lstStyle>
          <a:p/>
        </p:txBody>
      </p:sp>
      <p:cxnSp>
        <p:nvCxnSpPr>
          <p:cNvPr id="154" name="Google Shape;154;p19"/>
          <p:cNvCxnSpPr/>
          <p:nvPr/>
        </p:nvCxnSpPr>
        <p:spPr>
          <a:xfrm flipH="1" rot="10800000">
            <a:off x="225750" y="4678950"/>
            <a:ext cx="8692500" cy="5700"/>
          </a:xfrm>
          <a:prstGeom prst="straightConnector1">
            <a:avLst/>
          </a:prstGeom>
          <a:noFill/>
          <a:ln cap="flat" cmpd="sng" w="9525">
            <a:solidFill>
              <a:schemeClr val="lt1"/>
            </a:solidFill>
            <a:prstDash val="solid"/>
            <a:round/>
            <a:headEnd len="med" w="med" type="none"/>
            <a:tailEnd len="med" w="med" type="none"/>
          </a:ln>
        </p:spPr>
      </p:cxnSp>
      <p:cxnSp>
        <p:nvCxnSpPr>
          <p:cNvPr id="155" name="Google Shape;155;p19"/>
          <p:cNvCxnSpPr/>
          <p:nvPr/>
        </p:nvCxnSpPr>
        <p:spPr>
          <a:xfrm flipH="1" rot="10800000">
            <a:off x="225750" y="1212350"/>
            <a:ext cx="8692500" cy="570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with footer">
  <p:cSld name="CUSTOM_7">
    <p:spTree>
      <p:nvGrpSpPr>
        <p:cNvPr id="156" name="Shape 156"/>
        <p:cNvGrpSpPr/>
        <p:nvPr/>
      </p:nvGrpSpPr>
      <p:grpSpPr>
        <a:xfrm>
          <a:off x="0" y="0"/>
          <a:ext cx="0" cy="0"/>
          <a:chOff x="0" y="0"/>
          <a:chExt cx="0" cy="0"/>
        </a:xfrm>
      </p:grpSpPr>
      <p:sp>
        <p:nvSpPr>
          <p:cNvPr id="157" name="Google Shape;157;p2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8" name="Google Shape;158;p20"/>
          <p:cNvSpPr txBox="1"/>
          <p:nvPr>
            <p:ph type="title"/>
          </p:nvPr>
        </p:nvSpPr>
        <p:spPr>
          <a:xfrm>
            <a:off x="228600" y="665825"/>
            <a:ext cx="5753400" cy="22860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9" name="Google Shape;159;p20"/>
          <p:cNvSpPr/>
          <p:nvPr>
            <p:ph idx="2" type="pic"/>
          </p:nvPr>
        </p:nvSpPr>
        <p:spPr>
          <a:xfrm>
            <a:off x="6777063" y="1017650"/>
            <a:ext cx="1582800" cy="1582800"/>
          </a:xfrm>
          <a:prstGeom prst="rect">
            <a:avLst/>
          </a:prstGeom>
          <a:noFill/>
          <a:ln>
            <a:noFill/>
          </a:ln>
        </p:spPr>
      </p:sp>
      <p:sp>
        <p:nvSpPr>
          <p:cNvPr id="160" name="Google Shape;160;p20"/>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61" name="Google Shape;161;p20"/>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7_1">
    <p:spTree>
      <p:nvGrpSpPr>
        <p:cNvPr id="162" name="Shape 162"/>
        <p:cNvGrpSpPr/>
        <p:nvPr/>
      </p:nvGrpSpPr>
      <p:grpSpPr>
        <a:xfrm>
          <a:off x="0" y="0"/>
          <a:ext cx="0" cy="0"/>
          <a:chOff x="0" y="0"/>
          <a:chExt cx="0" cy="0"/>
        </a:xfrm>
      </p:grpSpPr>
      <p:sp>
        <p:nvSpPr>
          <p:cNvPr id="163" name="Google Shape;163;p21"/>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1"/>
          <p:cNvSpPr/>
          <p:nvPr/>
        </p:nvSpPr>
        <p:spPr>
          <a:xfrm>
            <a:off x="7005675" y="789050"/>
            <a:ext cx="1582800" cy="1582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21"/>
          <p:cNvSpPr txBox="1"/>
          <p:nvPr>
            <p:ph type="title"/>
          </p:nvPr>
        </p:nvSpPr>
        <p:spPr>
          <a:xfrm>
            <a:off x="228600" y="665825"/>
            <a:ext cx="5753400" cy="22860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6" name="Google Shape;166;p21"/>
          <p:cNvSpPr/>
          <p:nvPr>
            <p:ph idx="2" type="pic"/>
          </p:nvPr>
        </p:nvSpPr>
        <p:spPr>
          <a:xfrm>
            <a:off x="6777063" y="1017650"/>
            <a:ext cx="1582800" cy="1582800"/>
          </a:xfrm>
          <a:prstGeom prst="rect">
            <a:avLst/>
          </a:prstGeom>
          <a:noFill/>
          <a:ln>
            <a:noFill/>
          </a:ln>
        </p:spPr>
      </p:sp>
      <p:cxnSp>
        <p:nvCxnSpPr>
          <p:cNvPr id="167" name="Google Shape;167;p21"/>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CUSTOM_8">
    <p:spTree>
      <p:nvGrpSpPr>
        <p:cNvPr id="168" name="Shape 168"/>
        <p:cNvGrpSpPr/>
        <p:nvPr/>
      </p:nvGrpSpPr>
      <p:grpSpPr>
        <a:xfrm>
          <a:off x="0" y="0"/>
          <a:ext cx="0" cy="0"/>
          <a:chOff x="0" y="0"/>
          <a:chExt cx="0" cy="0"/>
        </a:xfrm>
      </p:grpSpPr>
      <p:sp>
        <p:nvSpPr>
          <p:cNvPr id="169" name="Google Shape;169;p22"/>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0" name="Google Shape;170;p22"/>
          <p:cNvSpPr txBox="1"/>
          <p:nvPr>
            <p:ph type="title"/>
          </p:nvPr>
        </p:nvSpPr>
        <p:spPr>
          <a:xfrm>
            <a:off x="228600" y="1549575"/>
            <a:ext cx="7938000" cy="22860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1" name="Google Shape;171;p22"/>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72" name="Google Shape;172;p22"/>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8_1">
    <p:spTree>
      <p:nvGrpSpPr>
        <p:cNvPr id="173" name="Shape 173"/>
        <p:cNvGrpSpPr/>
        <p:nvPr/>
      </p:nvGrpSpPr>
      <p:grpSpPr>
        <a:xfrm>
          <a:off x="0" y="0"/>
          <a:ext cx="0" cy="0"/>
          <a:chOff x="0" y="0"/>
          <a:chExt cx="0" cy="0"/>
        </a:xfrm>
      </p:grpSpPr>
      <p:sp>
        <p:nvSpPr>
          <p:cNvPr id="174" name="Google Shape;174;p2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75" name="Google Shape;175;p23"/>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176" name="Google Shape;176;p23"/>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8_1_1">
    <p:spTree>
      <p:nvGrpSpPr>
        <p:cNvPr id="177" name="Shape 177"/>
        <p:cNvGrpSpPr/>
        <p:nvPr/>
      </p:nvGrpSpPr>
      <p:grpSpPr>
        <a:xfrm>
          <a:off x="0" y="0"/>
          <a:ext cx="0" cy="0"/>
          <a:chOff x="0" y="0"/>
          <a:chExt cx="0" cy="0"/>
        </a:xfrm>
      </p:grpSpPr>
      <p:sp>
        <p:nvSpPr>
          <p:cNvPr id="178" name="Google Shape;178;p2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79" name="Google Shape;179;p24"/>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180" name="Google Shape;180;p24"/>
          <p:cNvSpPr txBox="1"/>
          <p:nvPr>
            <p:ph type="title"/>
          </p:nvPr>
        </p:nvSpPr>
        <p:spPr>
          <a:xfrm>
            <a:off x="228600" y="2236650"/>
            <a:ext cx="3551400" cy="6702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with footer">
  <p:cSld name="ONE_COLUMN_TEXT">
    <p:spTree>
      <p:nvGrpSpPr>
        <p:cNvPr id="181" name="Shape 181"/>
        <p:cNvGrpSpPr/>
        <p:nvPr/>
      </p:nvGrpSpPr>
      <p:grpSpPr>
        <a:xfrm>
          <a:off x="0" y="0"/>
          <a:ext cx="0" cy="0"/>
          <a:chOff x="0" y="0"/>
          <a:chExt cx="0" cy="0"/>
        </a:xfrm>
      </p:grpSpPr>
      <p:sp>
        <p:nvSpPr>
          <p:cNvPr id="182" name="Google Shape;182;p2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3" name="Google Shape;183;p25"/>
          <p:cNvSpPr txBox="1"/>
          <p:nvPr>
            <p:ph type="title"/>
          </p:nvPr>
        </p:nvSpPr>
        <p:spPr>
          <a:xfrm>
            <a:off x="228600" y="2236650"/>
            <a:ext cx="3551400" cy="6702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184" name="Google Shape;184;p25"/>
          <p:cNvSpPr txBox="1"/>
          <p:nvPr>
            <p:ph idx="1" type="subTitle"/>
          </p:nvPr>
        </p:nvSpPr>
        <p:spPr>
          <a:xfrm>
            <a:off x="4572000" y="1004700"/>
            <a:ext cx="4343400" cy="31341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85" name="Google Shape;185;p25"/>
          <p:cNvSpPr txBox="1"/>
          <p:nvPr>
            <p:ph idx="2"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86" name="Google Shape;186;p2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ONE_COLUMN_TEXT_2">
    <p:spTree>
      <p:nvGrpSpPr>
        <p:cNvPr id="187" name="Shape 187"/>
        <p:cNvGrpSpPr/>
        <p:nvPr/>
      </p:nvGrpSpPr>
      <p:grpSpPr>
        <a:xfrm>
          <a:off x="0" y="0"/>
          <a:ext cx="0" cy="0"/>
          <a:chOff x="0" y="0"/>
          <a:chExt cx="0" cy="0"/>
        </a:xfrm>
      </p:grpSpPr>
      <p:sp>
        <p:nvSpPr>
          <p:cNvPr id="188" name="Google Shape;188;p26"/>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9" name="Google Shape;189;p26"/>
          <p:cNvSpPr txBox="1"/>
          <p:nvPr>
            <p:ph type="title"/>
          </p:nvPr>
        </p:nvSpPr>
        <p:spPr>
          <a:xfrm>
            <a:off x="228600" y="2236650"/>
            <a:ext cx="3551400" cy="6702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190" name="Google Shape;190;p26"/>
          <p:cNvSpPr txBox="1"/>
          <p:nvPr>
            <p:ph idx="1" type="subTitle"/>
          </p:nvPr>
        </p:nvSpPr>
        <p:spPr>
          <a:xfrm>
            <a:off x="4572000" y="1004700"/>
            <a:ext cx="4343400" cy="31341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cxnSp>
        <p:nvCxnSpPr>
          <p:cNvPr id="191" name="Google Shape;191;p26"/>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ONE_COLUMN_TEXT_1">
    <p:spTree>
      <p:nvGrpSpPr>
        <p:cNvPr id="192" name="Shape 192"/>
        <p:cNvGrpSpPr/>
        <p:nvPr/>
      </p:nvGrpSpPr>
      <p:grpSpPr>
        <a:xfrm>
          <a:off x="0" y="0"/>
          <a:ext cx="0" cy="0"/>
          <a:chOff x="0" y="0"/>
          <a:chExt cx="0" cy="0"/>
        </a:xfrm>
      </p:grpSpPr>
      <p:sp>
        <p:nvSpPr>
          <p:cNvPr id="193" name="Google Shape;193;p2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94" name="Google Shape;194;p27"/>
          <p:cNvSpPr txBox="1"/>
          <p:nvPr>
            <p:ph type="title"/>
          </p:nvPr>
        </p:nvSpPr>
        <p:spPr>
          <a:xfrm>
            <a:off x="228600" y="2089772"/>
            <a:ext cx="3551400" cy="6702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195" name="Google Shape;195;p27"/>
          <p:cNvSpPr txBox="1"/>
          <p:nvPr>
            <p:ph idx="1" type="subTitle"/>
          </p:nvPr>
        </p:nvSpPr>
        <p:spPr>
          <a:xfrm>
            <a:off x="6074275" y="1004700"/>
            <a:ext cx="2558700" cy="31341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96" name="Google Shape;196;p27"/>
          <p:cNvSpPr txBox="1"/>
          <p:nvPr>
            <p:ph idx="2" type="subTitle"/>
          </p:nvPr>
        </p:nvSpPr>
        <p:spPr>
          <a:xfrm>
            <a:off x="4292700" y="1004700"/>
            <a:ext cx="1671000" cy="31341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b="1"/>
            </a:lvl1pPr>
            <a:lvl2pPr lvl="1" algn="r">
              <a:spcBef>
                <a:spcPts val="0"/>
              </a:spcBef>
              <a:spcAft>
                <a:spcPts val="0"/>
              </a:spcAft>
              <a:buSzPts val="2000"/>
              <a:buNone/>
              <a:defRPr b="1"/>
            </a:lvl2pPr>
            <a:lvl3pPr lvl="2" algn="r">
              <a:spcBef>
                <a:spcPts val="0"/>
              </a:spcBef>
              <a:spcAft>
                <a:spcPts val="0"/>
              </a:spcAft>
              <a:buSzPts val="2000"/>
              <a:buNone/>
              <a:defRPr b="1"/>
            </a:lvl3pPr>
            <a:lvl4pPr lvl="3" algn="r">
              <a:spcBef>
                <a:spcPts val="0"/>
              </a:spcBef>
              <a:spcAft>
                <a:spcPts val="0"/>
              </a:spcAft>
              <a:buSzPts val="2000"/>
              <a:buNone/>
              <a:defRPr b="1"/>
            </a:lvl4pPr>
            <a:lvl5pPr lvl="4" algn="r">
              <a:spcBef>
                <a:spcPts val="0"/>
              </a:spcBef>
              <a:spcAft>
                <a:spcPts val="0"/>
              </a:spcAft>
              <a:buSzPts val="2000"/>
              <a:buNone/>
              <a:defRPr b="1"/>
            </a:lvl5pPr>
            <a:lvl6pPr lvl="5" algn="r">
              <a:spcBef>
                <a:spcPts val="0"/>
              </a:spcBef>
              <a:spcAft>
                <a:spcPts val="0"/>
              </a:spcAft>
              <a:buSzPts val="2000"/>
              <a:buNone/>
              <a:defRPr b="1"/>
            </a:lvl6pPr>
            <a:lvl7pPr lvl="6" algn="r">
              <a:spcBef>
                <a:spcPts val="0"/>
              </a:spcBef>
              <a:spcAft>
                <a:spcPts val="0"/>
              </a:spcAft>
              <a:buSzPts val="2000"/>
              <a:buNone/>
              <a:defRPr b="1"/>
            </a:lvl7pPr>
            <a:lvl8pPr lvl="7" algn="r">
              <a:spcBef>
                <a:spcPts val="0"/>
              </a:spcBef>
              <a:spcAft>
                <a:spcPts val="0"/>
              </a:spcAft>
              <a:buSzPts val="2000"/>
              <a:buNone/>
              <a:defRPr b="1"/>
            </a:lvl8pPr>
            <a:lvl9pPr lvl="8" algn="r">
              <a:spcBef>
                <a:spcPts val="0"/>
              </a:spcBef>
              <a:spcAft>
                <a:spcPts val="0"/>
              </a:spcAft>
              <a:buSzPts val="2000"/>
              <a:buNone/>
              <a:defRPr b="1"/>
            </a:lvl9pPr>
          </a:lstStyle>
          <a:p/>
        </p:txBody>
      </p:sp>
      <p:sp>
        <p:nvSpPr>
          <p:cNvPr id="197" name="Google Shape;197;p27"/>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198" name="Google Shape;198;p27"/>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footer">
  <p:cSld name="CUSTOM_4">
    <p:spTree>
      <p:nvGrpSpPr>
        <p:cNvPr id="199" name="Shape 199"/>
        <p:cNvGrpSpPr/>
        <p:nvPr/>
      </p:nvGrpSpPr>
      <p:grpSpPr>
        <a:xfrm>
          <a:off x="0" y="0"/>
          <a:ext cx="0" cy="0"/>
          <a:chOff x="0" y="0"/>
          <a:chExt cx="0" cy="0"/>
        </a:xfrm>
      </p:grpSpPr>
      <p:sp>
        <p:nvSpPr>
          <p:cNvPr id="200" name="Google Shape;200;p2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28"/>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202" name="Google Shape;202;p28"/>
          <p:cNvSpPr txBox="1"/>
          <p:nvPr>
            <p:ph idx="1" type="body"/>
          </p:nvPr>
        </p:nvSpPr>
        <p:spPr>
          <a:xfrm>
            <a:off x="229450" y="1294950"/>
            <a:ext cx="3566100" cy="2872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03" name="Google Shape;203;p28"/>
          <p:cNvSpPr txBox="1"/>
          <p:nvPr>
            <p:ph idx="2" type="body"/>
          </p:nvPr>
        </p:nvSpPr>
        <p:spPr>
          <a:xfrm>
            <a:off x="4572850" y="1294950"/>
            <a:ext cx="3566100" cy="2872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04" name="Google Shape;204;p28"/>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05" name="Google Shape;205;p28"/>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4_1">
    <p:spTree>
      <p:nvGrpSpPr>
        <p:cNvPr id="206" name="Shape 206"/>
        <p:cNvGrpSpPr/>
        <p:nvPr/>
      </p:nvGrpSpPr>
      <p:grpSpPr>
        <a:xfrm>
          <a:off x="0" y="0"/>
          <a:ext cx="0" cy="0"/>
          <a:chOff x="0" y="0"/>
          <a:chExt cx="0" cy="0"/>
        </a:xfrm>
      </p:grpSpPr>
      <p:sp>
        <p:nvSpPr>
          <p:cNvPr id="207" name="Google Shape;207;p29"/>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08" name="Google Shape;208;p29"/>
          <p:cNvSpPr txBox="1"/>
          <p:nvPr>
            <p:ph type="title"/>
          </p:nvPr>
        </p:nvSpPr>
        <p:spPr>
          <a:xfrm>
            <a:off x="229450" y="332175"/>
            <a:ext cx="8686800" cy="874500"/>
          </a:xfrm>
          <a:prstGeom prst="rect">
            <a:avLst/>
          </a:prstGeom>
        </p:spPr>
        <p:txBody>
          <a:bodyPr anchorCtr="0" anchor="ctr"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p:txBody>
      </p:sp>
      <p:sp>
        <p:nvSpPr>
          <p:cNvPr id="209" name="Google Shape;209;p29"/>
          <p:cNvSpPr txBox="1"/>
          <p:nvPr>
            <p:ph idx="1" type="body"/>
          </p:nvPr>
        </p:nvSpPr>
        <p:spPr>
          <a:xfrm>
            <a:off x="229450" y="1294950"/>
            <a:ext cx="3566100" cy="2872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10" name="Google Shape;210;p29"/>
          <p:cNvSpPr txBox="1"/>
          <p:nvPr>
            <p:ph idx="2" type="body"/>
          </p:nvPr>
        </p:nvSpPr>
        <p:spPr>
          <a:xfrm>
            <a:off x="4572850" y="1294950"/>
            <a:ext cx="3566100" cy="2872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11" name="Google Shape;211;p29"/>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image boards">
  <p:cSld name="CUSTOM_1">
    <p:spTree>
      <p:nvGrpSpPr>
        <p:cNvPr id="212" name="Shape 212"/>
        <p:cNvGrpSpPr/>
        <p:nvPr/>
      </p:nvGrpSpPr>
      <p:grpSpPr>
        <a:xfrm>
          <a:off x="0" y="0"/>
          <a:ext cx="0" cy="0"/>
          <a:chOff x="0" y="0"/>
          <a:chExt cx="0" cy="0"/>
        </a:xfrm>
      </p:grpSpPr>
      <p:sp>
        <p:nvSpPr>
          <p:cNvPr id="213" name="Google Shape;213;p3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30"/>
          <p:cNvSpPr txBox="1"/>
          <p:nvPr>
            <p:ph idx="1" type="subTitle"/>
          </p:nvPr>
        </p:nvSpPr>
        <p:spPr>
          <a:xfrm>
            <a:off x="228600" y="164350"/>
            <a:ext cx="35142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15" name="Google Shape;215;p30"/>
          <p:cNvSpPr/>
          <p:nvPr>
            <p:ph idx="2" type="pic"/>
          </p:nvPr>
        </p:nvSpPr>
        <p:spPr>
          <a:xfrm>
            <a:off x="228600" y="1870200"/>
            <a:ext cx="2024400" cy="2314200"/>
          </a:xfrm>
          <a:prstGeom prst="rect">
            <a:avLst/>
          </a:prstGeom>
          <a:noFill/>
          <a:ln>
            <a:noFill/>
          </a:ln>
        </p:spPr>
      </p:sp>
      <p:sp>
        <p:nvSpPr>
          <p:cNvPr id="216" name="Google Shape;216;p30"/>
          <p:cNvSpPr/>
          <p:nvPr>
            <p:ph idx="3" type="pic"/>
          </p:nvPr>
        </p:nvSpPr>
        <p:spPr>
          <a:xfrm>
            <a:off x="3864875" y="1870200"/>
            <a:ext cx="3561900" cy="2314200"/>
          </a:xfrm>
          <a:prstGeom prst="rect">
            <a:avLst/>
          </a:prstGeom>
          <a:noFill/>
          <a:ln>
            <a:noFill/>
          </a:ln>
        </p:spPr>
      </p:sp>
      <p:sp>
        <p:nvSpPr>
          <p:cNvPr id="217" name="Google Shape;217;p30"/>
          <p:cNvSpPr/>
          <p:nvPr>
            <p:ph idx="4" type="pic"/>
          </p:nvPr>
        </p:nvSpPr>
        <p:spPr>
          <a:xfrm>
            <a:off x="7547700" y="1870200"/>
            <a:ext cx="1367700" cy="2314200"/>
          </a:xfrm>
          <a:prstGeom prst="rect">
            <a:avLst/>
          </a:prstGeom>
          <a:noFill/>
          <a:ln>
            <a:noFill/>
          </a:ln>
        </p:spPr>
      </p:sp>
      <p:sp>
        <p:nvSpPr>
          <p:cNvPr id="218" name="Google Shape;218;p30"/>
          <p:cNvSpPr/>
          <p:nvPr>
            <p:ph idx="5" type="pic"/>
          </p:nvPr>
        </p:nvSpPr>
        <p:spPr>
          <a:xfrm>
            <a:off x="2375088" y="1870200"/>
            <a:ext cx="1367700" cy="2314200"/>
          </a:xfrm>
          <a:prstGeom prst="rect">
            <a:avLst/>
          </a:prstGeom>
          <a:noFill/>
          <a:ln>
            <a:noFill/>
          </a:ln>
        </p:spPr>
      </p:sp>
      <p:sp>
        <p:nvSpPr>
          <p:cNvPr id="219" name="Google Shape;219;p30"/>
          <p:cNvSpPr txBox="1"/>
          <p:nvPr>
            <p:ph idx="6"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20" name="Google Shape;220;p30"/>
          <p:cNvSpPr txBox="1"/>
          <p:nvPr>
            <p:ph idx="7" type="body"/>
          </p:nvPr>
        </p:nvSpPr>
        <p:spPr>
          <a:xfrm>
            <a:off x="228600" y="593650"/>
            <a:ext cx="35142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21" name="Google Shape;221;p30"/>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 boards">
  <p:cSld name="CUSTOM_1_1">
    <p:spTree>
      <p:nvGrpSpPr>
        <p:cNvPr id="222" name="Shape 222"/>
        <p:cNvGrpSpPr/>
        <p:nvPr/>
      </p:nvGrpSpPr>
      <p:grpSpPr>
        <a:xfrm>
          <a:off x="0" y="0"/>
          <a:ext cx="0" cy="0"/>
          <a:chOff x="0" y="0"/>
          <a:chExt cx="0" cy="0"/>
        </a:xfrm>
      </p:grpSpPr>
      <p:sp>
        <p:nvSpPr>
          <p:cNvPr id="223" name="Google Shape;223;p31"/>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24" name="Google Shape;224;p31"/>
          <p:cNvSpPr txBox="1"/>
          <p:nvPr>
            <p:ph idx="1" type="subTitle"/>
          </p:nvPr>
        </p:nvSpPr>
        <p:spPr>
          <a:xfrm>
            <a:off x="228600" y="164350"/>
            <a:ext cx="35142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25" name="Google Shape;225;p31"/>
          <p:cNvSpPr/>
          <p:nvPr>
            <p:ph idx="2" type="pic"/>
          </p:nvPr>
        </p:nvSpPr>
        <p:spPr>
          <a:xfrm>
            <a:off x="228600" y="1617150"/>
            <a:ext cx="2820300" cy="2820300"/>
          </a:xfrm>
          <a:prstGeom prst="rect">
            <a:avLst/>
          </a:prstGeom>
          <a:noFill/>
          <a:ln>
            <a:noFill/>
          </a:ln>
        </p:spPr>
      </p:sp>
      <p:sp>
        <p:nvSpPr>
          <p:cNvPr id="226" name="Google Shape;226;p31"/>
          <p:cNvSpPr/>
          <p:nvPr>
            <p:ph idx="3" type="pic"/>
          </p:nvPr>
        </p:nvSpPr>
        <p:spPr>
          <a:xfrm>
            <a:off x="3161800" y="1617150"/>
            <a:ext cx="2820300" cy="2820300"/>
          </a:xfrm>
          <a:prstGeom prst="rect">
            <a:avLst/>
          </a:prstGeom>
          <a:noFill/>
          <a:ln>
            <a:noFill/>
          </a:ln>
        </p:spPr>
      </p:sp>
      <p:sp>
        <p:nvSpPr>
          <p:cNvPr id="227" name="Google Shape;227;p31"/>
          <p:cNvSpPr/>
          <p:nvPr>
            <p:ph idx="4" type="pic"/>
          </p:nvPr>
        </p:nvSpPr>
        <p:spPr>
          <a:xfrm>
            <a:off x="6095000" y="1617150"/>
            <a:ext cx="2820300" cy="2820300"/>
          </a:xfrm>
          <a:prstGeom prst="rect">
            <a:avLst/>
          </a:prstGeom>
          <a:noFill/>
          <a:ln>
            <a:noFill/>
          </a:ln>
        </p:spPr>
      </p:sp>
      <p:sp>
        <p:nvSpPr>
          <p:cNvPr id="228" name="Google Shape;228;p31"/>
          <p:cNvSpPr txBox="1"/>
          <p:nvPr>
            <p:ph idx="5"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29" name="Google Shape;229;p31"/>
          <p:cNvSpPr txBox="1"/>
          <p:nvPr>
            <p:ph idx="6" type="body"/>
          </p:nvPr>
        </p:nvSpPr>
        <p:spPr>
          <a:xfrm>
            <a:off x="228600" y="593650"/>
            <a:ext cx="35142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30" name="Google Shape;230;p31"/>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boards">
  <p:cSld name="CUSTOM_1_1_1">
    <p:spTree>
      <p:nvGrpSpPr>
        <p:cNvPr id="231" name="Shape 231"/>
        <p:cNvGrpSpPr/>
        <p:nvPr/>
      </p:nvGrpSpPr>
      <p:grpSpPr>
        <a:xfrm>
          <a:off x="0" y="0"/>
          <a:ext cx="0" cy="0"/>
          <a:chOff x="0" y="0"/>
          <a:chExt cx="0" cy="0"/>
        </a:xfrm>
      </p:grpSpPr>
      <p:sp>
        <p:nvSpPr>
          <p:cNvPr id="232" name="Google Shape;232;p32"/>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2"/>
          <p:cNvSpPr txBox="1"/>
          <p:nvPr>
            <p:ph idx="1" type="subTitle"/>
          </p:nvPr>
        </p:nvSpPr>
        <p:spPr>
          <a:xfrm>
            <a:off x="228600" y="164350"/>
            <a:ext cx="35142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34" name="Google Shape;234;p32"/>
          <p:cNvSpPr/>
          <p:nvPr>
            <p:ph idx="2" type="pic"/>
          </p:nvPr>
        </p:nvSpPr>
        <p:spPr>
          <a:xfrm>
            <a:off x="4633050" y="1617150"/>
            <a:ext cx="4282500" cy="2820300"/>
          </a:xfrm>
          <a:prstGeom prst="rect">
            <a:avLst/>
          </a:prstGeom>
          <a:noFill/>
          <a:ln>
            <a:noFill/>
          </a:ln>
        </p:spPr>
      </p:sp>
      <p:sp>
        <p:nvSpPr>
          <p:cNvPr id="235" name="Google Shape;235;p32"/>
          <p:cNvSpPr/>
          <p:nvPr>
            <p:ph idx="3" type="pic"/>
          </p:nvPr>
        </p:nvSpPr>
        <p:spPr>
          <a:xfrm>
            <a:off x="228600" y="1617150"/>
            <a:ext cx="4282500" cy="2820300"/>
          </a:xfrm>
          <a:prstGeom prst="rect">
            <a:avLst/>
          </a:prstGeom>
          <a:noFill/>
          <a:ln>
            <a:noFill/>
          </a:ln>
        </p:spPr>
      </p:sp>
      <p:sp>
        <p:nvSpPr>
          <p:cNvPr id="236" name="Google Shape;236;p32"/>
          <p:cNvSpPr txBox="1"/>
          <p:nvPr>
            <p:ph idx="4"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37" name="Google Shape;237;p32"/>
          <p:cNvSpPr txBox="1"/>
          <p:nvPr>
            <p:ph idx="5" type="body"/>
          </p:nvPr>
        </p:nvSpPr>
        <p:spPr>
          <a:xfrm>
            <a:off x="228600" y="593650"/>
            <a:ext cx="35142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38" name="Google Shape;238;p32"/>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boards vertical">
  <p:cSld name="CUSTOM_1_1_1_1">
    <p:spTree>
      <p:nvGrpSpPr>
        <p:cNvPr id="239" name="Shape 239"/>
        <p:cNvGrpSpPr/>
        <p:nvPr/>
      </p:nvGrpSpPr>
      <p:grpSpPr>
        <a:xfrm>
          <a:off x="0" y="0"/>
          <a:ext cx="0" cy="0"/>
          <a:chOff x="0" y="0"/>
          <a:chExt cx="0" cy="0"/>
        </a:xfrm>
      </p:grpSpPr>
      <p:sp>
        <p:nvSpPr>
          <p:cNvPr id="240" name="Google Shape;240;p33"/>
          <p:cNvSpPr/>
          <p:nvPr>
            <p:ph idx="2" type="pic"/>
          </p:nvPr>
        </p:nvSpPr>
        <p:spPr>
          <a:xfrm>
            <a:off x="3161800" y="164350"/>
            <a:ext cx="2820300" cy="4304700"/>
          </a:xfrm>
          <a:prstGeom prst="rect">
            <a:avLst/>
          </a:prstGeom>
          <a:noFill/>
          <a:ln>
            <a:noFill/>
          </a:ln>
        </p:spPr>
      </p:sp>
      <p:sp>
        <p:nvSpPr>
          <p:cNvPr id="241" name="Google Shape;241;p33"/>
          <p:cNvSpPr/>
          <p:nvPr>
            <p:ph idx="3" type="pic"/>
          </p:nvPr>
        </p:nvSpPr>
        <p:spPr>
          <a:xfrm>
            <a:off x="6095100" y="164350"/>
            <a:ext cx="2820300" cy="4304700"/>
          </a:xfrm>
          <a:prstGeom prst="rect">
            <a:avLst/>
          </a:prstGeom>
          <a:noFill/>
          <a:ln>
            <a:noFill/>
          </a:ln>
        </p:spPr>
      </p:sp>
      <p:sp>
        <p:nvSpPr>
          <p:cNvPr id="242" name="Google Shape;242;p3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33"/>
          <p:cNvSpPr txBox="1"/>
          <p:nvPr>
            <p:ph idx="1" type="subTitle"/>
          </p:nvPr>
        </p:nvSpPr>
        <p:spPr>
          <a:xfrm>
            <a:off x="228600" y="164350"/>
            <a:ext cx="28203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44" name="Google Shape;244;p33"/>
          <p:cNvSpPr txBox="1"/>
          <p:nvPr>
            <p:ph idx="4"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45" name="Google Shape;245;p33"/>
          <p:cNvSpPr txBox="1"/>
          <p:nvPr>
            <p:ph idx="5" type="body"/>
          </p:nvPr>
        </p:nvSpPr>
        <p:spPr>
          <a:xfrm>
            <a:off x="228600" y="593650"/>
            <a:ext cx="21714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46" name="Google Shape;246;p33"/>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47" name="Shape 247"/>
        <p:cNvGrpSpPr/>
        <p:nvPr/>
      </p:nvGrpSpPr>
      <p:grpSpPr>
        <a:xfrm>
          <a:off x="0" y="0"/>
          <a:ext cx="0" cy="0"/>
          <a:chOff x="0" y="0"/>
          <a:chExt cx="0" cy="0"/>
        </a:xfrm>
      </p:grpSpPr>
      <p:sp>
        <p:nvSpPr>
          <p:cNvPr id="248" name="Google Shape;248;p34"/>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49" name="Google Shape;249;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square image board">
  <p:cSld name="CUSTOM_1_1_1_1_1">
    <p:spTree>
      <p:nvGrpSpPr>
        <p:cNvPr id="250" name="Shape 250"/>
        <p:cNvGrpSpPr/>
        <p:nvPr/>
      </p:nvGrpSpPr>
      <p:grpSpPr>
        <a:xfrm>
          <a:off x="0" y="0"/>
          <a:ext cx="0" cy="0"/>
          <a:chOff x="0" y="0"/>
          <a:chExt cx="0" cy="0"/>
        </a:xfrm>
      </p:grpSpPr>
      <p:sp>
        <p:nvSpPr>
          <p:cNvPr id="251" name="Google Shape;251;p35"/>
          <p:cNvSpPr/>
          <p:nvPr>
            <p:ph idx="2" type="pic"/>
          </p:nvPr>
        </p:nvSpPr>
        <p:spPr>
          <a:xfrm>
            <a:off x="4569950" y="164350"/>
            <a:ext cx="4343100" cy="4304700"/>
          </a:xfrm>
          <a:prstGeom prst="rect">
            <a:avLst/>
          </a:prstGeom>
          <a:noFill/>
          <a:ln>
            <a:noFill/>
          </a:ln>
        </p:spPr>
      </p:sp>
      <p:sp>
        <p:nvSpPr>
          <p:cNvPr id="252" name="Google Shape;252;p3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35"/>
          <p:cNvSpPr txBox="1"/>
          <p:nvPr>
            <p:ph idx="1" type="subTitle"/>
          </p:nvPr>
        </p:nvSpPr>
        <p:spPr>
          <a:xfrm>
            <a:off x="228600" y="164350"/>
            <a:ext cx="28203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54" name="Google Shape;254;p35"/>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55" name="Google Shape;255;p35"/>
          <p:cNvSpPr txBox="1"/>
          <p:nvPr>
            <p:ph idx="4" type="body"/>
          </p:nvPr>
        </p:nvSpPr>
        <p:spPr>
          <a:xfrm>
            <a:off x="228600" y="593650"/>
            <a:ext cx="2171400" cy="89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56" name="Google Shape;256;p3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landscape image board">
  <p:cSld name="CUSTOM_1_1_1_1_1_1">
    <p:spTree>
      <p:nvGrpSpPr>
        <p:cNvPr id="257" name="Shape 257"/>
        <p:cNvGrpSpPr/>
        <p:nvPr/>
      </p:nvGrpSpPr>
      <p:grpSpPr>
        <a:xfrm>
          <a:off x="0" y="0"/>
          <a:ext cx="0" cy="0"/>
          <a:chOff x="0" y="0"/>
          <a:chExt cx="0" cy="0"/>
        </a:xfrm>
      </p:grpSpPr>
      <p:sp>
        <p:nvSpPr>
          <p:cNvPr id="258" name="Google Shape;258;p36"/>
          <p:cNvSpPr/>
          <p:nvPr>
            <p:ph idx="2" type="pic"/>
          </p:nvPr>
        </p:nvSpPr>
        <p:spPr>
          <a:xfrm>
            <a:off x="3161800" y="164350"/>
            <a:ext cx="5751300" cy="4304700"/>
          </a:xfrm>
          <a:prstGeom prst="rect">
            <a:avLst/>
          </a:prstGeom>
          <a:noFill/>
          <a:ln>
            <a:noFill/>
          </a:ln>
        </p:spPr>
      </p:sp>
      <p:sp>
        <p:nvSpPr>
          <p:cNvPr id="259" name="Google Shape;259;p36"/>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0" name="Google Shape;260;p36"/>
          <p:cNvSpPr txBox="1"/>
          <p:nvPr>
            <p:ph idx="1" type="subTitle"/>
          </p:nvPr>
        </p:nvSpPr>
        <p:spPr>
          <a:xfrm>
            <a:off x="228600" y="3290275"/>
            <a:ext cx="2820300" cy="42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61" name="Google Shape;261;p36"/>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62" name="Google Shape;262;p36"/>
          <p:cNvSpPr txBox="1"/>
          <p:nvPr>
            <p:ph idx="4" type="body"/>
          </p:nvPr>
        </p:nvSpPr>
        <p:spPr>
          <a:xfrm>
            <a:off x="228600" y="3719575"/>
            <a:ext cx="2171400" cy="749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63" name="Google Shape;263;p36"/>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body and image">
  <p:cSld name="CUSTOM_1_1_1_1_1_1_2">
    <p:spTree>
      <p:nvGrpSpPr>
        <p:cNvPr id="264" name="Shape 264"/>
        <p:cNvGrpSpPr/>
        <p:nvPr/>
      </p:nvGrpSpPr>
      <p:grpSpPr>
        <a:xfrm>
          <a:off x="0" y="0"/>
          <a:ext cx="0" cy="0"/>
          <a:chOff x="0" y="0"/>
          <a:chExt cx="0" cy="0"/>
        </a:xfrm>
      </p:grpSpPr>
      <p:sp>
        <p:nvSpPr>
          <p:cNvPr id="265" name="Google Shape;265;p37"/>
          <p:cNvSpPr/>
          <p:nvPr>
            <p:ph idx="2" type="pic"/>
          </p:nvPr>
        </p:nvSpPr>
        <p:spPr>
          <a:xfrm>
            <a:off x="3161800" y="164350"/>
            <a:ext cx="5751300" cy="4304700"/>
          </a:xfrm>
          <a:prstGeom prst="rect">
            <a:avLst/>
          </a:prstGeom>
          <a:noFill/>
          <a:ln>
            <a:noFill/>
          </a:ln>
        </p:spPr>
      </p:sp>
      <p:sp>
        <p:nvSpPr>
          <p:cNvPr id="266" name="Google Shape;266;p3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37"/>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68" name="Google Shape;268;p37"/>
          <p:cNvSpPr txBox="1"/>
          <p:nvPr>
            <p:ph idx="3" type="body"/>
          </p:nvPr>
        </p:nvSpPr>
        <p:spPr>
          <a:xfrm>
            <a:off x="228600" y="3719575"/>
            <a:ext cx="2171400" cy="749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269" name="Google Shape;269;p37"/>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270" name="Google Shape;270;p37"/>
          <p:cNvSpPr txBox="1"/>
          <p:nvPr>
            <p:ph type="title"/>
          </p:nvPr>
        </p:nvSpPr>
        <p:spPr>
          <a:xfrm>
            <a:off x="228600" y="164350"/>
            <a:ext cx="2670300" cy="28731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1">
    <p:spTree>
      <p:nvGrpSpPr>
        <p:cNvPr id="271" name="Shape 271"/>
        <p:cNvGrpSpPr/>
        <p:nvPr/>
      </p:nvGrpSpPr>
      <p:grpSpPr>
        <a:xfrm>
          <a:off x="0" y="0"/>
          <a:ext cx="0" cy="0"/>
          <a:chOff x="0" y="0"/>
          <a:chExt cx="0" cy="0"/>
        </a:xfrm>
      </p:grpSpPr>
      <p:sp>
        <p:nvSpPr>
          <p:cNvPr id="272" name="Google Shape;272;p3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3" name="Google Shape;273;p3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4" name="Google Shape;274;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275" name="Shape 275"/>
        <p:cNvGrpSpPr/>
        <p:nvPr/>
      </p:nvGrpSpPr>
      <p:grpSpPr>
        <a:xfrm>
          <a:off x="0" y="0"/>
          <a:ext cx="0" cy="0"/>
          <a:chOff x="0" y="0"/>
          <a:chExt cx="0" cy="0"/>
        </a:xfrm>
      </p:grpSpPr>
      <p:sp>
        <p:nvSpPr>
          <p:cNvPr id="276" name="Google Shape;276;p3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8" name="Google Shape;278;p39"/>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9" name="Google Shape;279;p3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Clr>
                <a:schemeClr val="lt1"/>
              </a:buClr>
              <a:buSzPts val="900"/>
              <a:buChar char="●"/>
              <a:defRPr>
                <a:solidFill>
                  <a:schemeClr val="lt1"/>
                </a:solidFill>
              </a:defRPr>
            </a:lvl1pPr>
            <a:lvl2pPr indent="-285750" lvl="1" marL="914400">
              <a:spcBef>
                <a:spcPts val="0"/>
              </a:spcBef>
              <a:spcAft>
                <a:spcPts val="0"/>
              </a:spcAft>
              <a:buClr>
                <a:schemeClr val="lt1"/>
              </a:buClr>
              <a:buSzPts val="900"/>
              <a:buChar char="○"/>
              <a:defRPr>
                <a:solidFill>
                  <a:schemeClr val="lt1"/>
                </a:solidFill>
              </a:defRPr>
            </a:lvl2pPr>
            <a:lvl3pPr indent="-285750" lvl="2" marL="1371600">
              <a:spcBef>
                <a:spcPts val="0"/>
              </a:spcBef>
              <a:spcAft>
                <a:spcPts val="0"/>
              </a:spcAft>
              <a:buClr>
                <a:schemeClr val="lt1"/>
              </a:buClr>
              <a:buSzPts val="900"/>
              <a:buChar char="■"/>
              <a:defRPr>
                <a:solidFill>
                  <a:schemeClr val="lt1"/>
                </a:solidFill>
              </a:defRPr>
            </a:lvl3pPr>
            <a:lvl4pPr indent="-285750" lvl="3" marL="1828800">
              <a:spcBef>
                <a:spcPts val="0"/>
              </a:spcBef>
              <a:spcAft>
                <a:spcPts val="0"/>
              </a:spcAft>
              <a:buClr>
                <a:schemeClr val="lt1"/>
              </a:buClr>
              <a:buSzPts val="900"/>
              <a:buChar char="●"/>
              <a:defRPr>
                <a:solidFill>
                  <a:schemeClr val="lt1"/>
                </a:solidFill>
              </a:defRPr>
            </a:lvl4pPr>
            <a:lvl5pPr indent="-285750" lvl="4" marL="2286000">
              <a:spcBef>
                <a:spcPts val="0"/>
              </a:spcBef>
              <a:spcAft>
                <a:spcPts val="0"/>
              </a:spcAft>
              <a:buClr>
                <a:schemeClr val="lt1"/>
              </a:buClr>
              <a:buSzPts val="900"/>
              <a:buChar char="○"/>
              <a:defRPr>
                <a:solidFill>
                  <a:schemeClr val="lt1"/>
                </a:solidFill>
              </a:defRPr>
            </a:lvl5pPr>
            <a:lvl6pPr indent="-285750" lvl="5" marL="2743200">
              <a:spcBef>
                <a:spcPts val="0"/>
              </a:spcBef>
              <a:spcAft>
                <a:spcPts val="0"/>
              </a:spcAft>
              <a:buClr>
                <a:schemeClr val="lt1"/>
              </a:buClr>
              <a:buSzPts val="9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85750" lvl="7" marL="3657600">
              <a:spcBef>
                <a:spcPts val="0"/>
              </a:spcBef>
              <a:spcAft>
                <a:spcPts val="0"/>
              </a:spcAft>
              <a:buClr>
                <a:schemeClr val="lt1"/>
              </a:buClr>
              <a:buSzPts val="900"/>
              <a:buChar char="○"/>
              <a:defRPr>
                <a:solidFill>
                  <a:schemeClr val="lt1"/>
                </a:solidFill>
              </a:defRPr>
            </a:lvl8pPr>
            <a:lvl9pPr indent="-285750" lvl="8" marL="4114800">
              <a:spcBef>
                <a:spcPts val="0"/>
              </a:spcBef>
              <a:spcAft>
                <a:spcPts val="0"/>
              </a:spcAft>
              <a:buClr>
                <a:schemeClr val="lt1"/>
              </a:buClr>
              <a:buSzPts val="900"/>
              <a:buChar char="■"/>
              <a:defRPr>
                <a:solidFill>
                  <a:schemeClr val="lt1"/>
                </a:solidFill>
              </a:defRPr>
            </a:lvl9pPr>
          </a:lstStyle>
          <a:p/>
        </p:txBody>
      </p:sp>
      <p:sp>
        <p:nvSpPr>
          <p:cNvPr id="280" name="Google Shape;280;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_2">
    <p:spTree>
      <p:nvGrpSpPr>
        <p:cNvPr id="281" name="Shape 281"/>
        <p:cNvGrpSpPr/>
        <p:nvPr/>
      </p:nvGrpSpPr>
      <p:grpSpPr>
        <a:xfrm>
          <a:off x="0" y="0"/>
          <a:ext cx="0" cy="0"/>
          <a:chOff x="0" y="0"/>
          <a:chExt cx="0" cy="0"/>
        </a:xfrm>
      </p:grpSpPr>
      <p:sp>
        <p:nvSpPr>
          <p:cNvPr id="282" name="Google Shape;282;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3" name="Google Shape;283;p40"/>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84" name="Google Shape;284;p40"/>
          <p:cNvSpPr/>
          <p:nvPr>
            <p:ph idx="2" type="pic"/>
          </p:nvPr>
        </p:nvSpPr>
        <p:spPr>
          <a:xfrm>
            <a:off x="4992024" y="1152775"/>
            <a:ext cx="3840300" cy="3416400"/>
          </a:xfrm>
          <a:prstGeom prst="rect">
            <a:avLst/>
          </a:prstGeom>
          <a:noFill/>
          <a:ln>
            <a:noFill/>
          </a:ln>
        </p:spPr>
      </p:sp>
      <p:sp>
        <p:nvSpPr>
          <p:cNvPr id="285" name="Google Shape;285;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1">
    <p:spTree>
      <p:nvGrpSpPr>
        <p:cNvPr id="286" name="Shape 286"/>
        <p:cNvGrpSpPr/>
        <p:nvPr/>
      </p:nvGrpSpPr>
      <p:grpSpPr>
        <a:xfrm>
          <a:off x="0" y="0"/>
          <a:ext cx="0" cy="0"/>
          <a:chOff x="0" y="0"/>
          <a:chExt cx="0" cy="0"/>
        </a:xfrm>
      </p:grpSpPr>
      <p:sp>
        <p:nvSpPr>
          <p:cNvPr id="287" name="Google Shape;287;p41"/>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41"/>
          <p:cNvSpPr/>
          <p:nvPr>
            <p:ph idx="2" type="pic"/>
          </p:nvPr>
        </p:nvSpPr>
        <p:spPr>
          <a:xfrm>
            <a:off x="4633050" y="1196050"/>
            <a:ext cx="4282500" cy="1761000"/>
          </a:xfrm>
          <a:prstGeom prst="rect">
            <a:avLst/>
          </a:prstGeom>
          <a:noFill/>
          <a:ln>
            <a:noFill/>
          </a:ln>
        </p:spPr>
      </p:sp>
      <p:sp>
        <p:nvSpPr>
          <p:cNvPr id="289" name="Google Shape;289;p41"/>
          <p:cNvSpPr/>
          <p:nvPr>
            <p:ph idx="3" type="pic"/>
          </p:nvPr>
        </p:nvSpPr>
        <p:spPr>
          <a:xfrm>
            <a:off x="228600" y="1196050"/>
            <a:ext cx="4282500" cy="1761000"/>
          </a:xfrm>
          <a:prstGeom prst="rect">
            <a:avLst/>
          </a:prstGeom>
          <a:noFill/>
          <a:ln>
            <a:noFill/>
          </a:ln>
        </p:spPr>
      </p:sp>
      <p:cxnSp>
        <p:nvCxnSpPr>
          <p:cNvPr id="290" name="Google Shape;290;p41"/>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291" name="Google Shape;291;p41"/>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2" name="Google Shape;292;p41"/>
          <p:cNvSpPr txBox="1"/>
          <p:nvPr>
            <p:ph idx="1" type="body"/>
          </p:nvPr>
        </p:nvSpPr>
        <p:spPr>
          <a:xfrm>
            <a:off x="229450" y="3455950"/>
            <a:ext cx="4061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93" name="Google Shape;293;p41"/>
          <p:cNvSpPr txBox="1"/>
          <p:nvPr>
            <p:ph idx="4" type="subTitle"/>
          </p:nvPr>
        </p:nvSpPr>
        <p:spPr>
          <a:xfrm>
            <a:off x="229450" y="3127850"/>
            <a:ext cx="4061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294" name="Google Shape;294;p41"/>
          <p:cNvSpPr txBox="1"/>
          <p:nvPr>
            <p:ph idx="5" type="body"/>
          </p:nvPr>
        </p:nvSpPr>
        <p:spPr>
          <a:xfrm>
            <a:off x="4633050" y="3455950"/>
            <a:ext cx="4061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95" name="Google Shape;295;p41"/>
          <p:cNvSpPr txBox="1"/>
          <p:nvPr>
            <p:ph idx="6" type="subTitle"/>
          </p:nvPr>
        </p:nvSpPr>
        <p:spPr>
          <a:xfrm>
            <a:off x="4633050" y="3127850"/>
            <a:ext cx="4061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1_1">
    <p:spTree>
      <p:nvGrpSpPr>
        <p:cNvPr id="296" name="Shape 296"/>
        <p:cNvGrpSpPr/>
        <p:nvPr/>
      </p:nvGrpSpPr>
      <p:grpSpPr>
        <a:xfrm>
          <a:off x="0" y="0"/>
          <a:ext cx="0" cy="0"/>
          <a:chOff x="0" y="0"/>
          <a:chExt cx="0" cy="0"/>
        </a:xfrm>
      </p:grpSpPr>
      <p:sp>
        <p:nvSpPr>
          <p:cNvPr id="297" name="Google Shape;297;p42"/>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98" name="Google Shape;298;p42"/>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299" name="Google Shape;299;p42"/>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0" name="Google Shape;300;p42"/>
          <p:cNvSpPr/>
          <p:nvPr>
            <p:ph idx="2" type="pic"/>
          </p:nvPr>
        </p:nvSpPr>
        <p:spPr>
          <a:xfrm>
            <a:off x="228600" y="1196050"/>
            <a:ext cx="2820300" cy="1761000"/>
          </a:xfrm>
          <a:prstGeom prst="rect">
            <a:avLst/>
          </a:prstGeom>
          <a:noFill/>
          <a:ln>
            <a:noFill/>
          </a:ln>
        </p:spPr>
      </p:sp>
      <p:sp>
        <p:nvSpPr>
          <p:cNvPr id="301" name="Google Shape;301;p42"/>
          <p:cNvSpPr/>
          <p:nvPr>
            <p:ph idx="3" type="pic"/>
          </p:nvPr>
        </p:nvSpPr>
        <p:spPr>
          <a:xfrm>
            <a:off x="3161800" y="1196050"/>
            <a:ext cx="2820300" cy="1761000"/>
          </a:xfrm>
          <a:prstGeom prst="rect">
            <a:avLst/>
          </a:prstGeom>
          <a:noFill/>
          <a:ln>
            <a:noFill/>
          </a:ln>
        </p:spPr>
      </p:sp>
      <p:sp>
        <p:nvSpPr>
          <p:cNvPr id="302" name="Google Shape;302;p42"/>
          <p:cNvSpPr/>
          <p:nvPr>
            <p:ph idx="4" type="pic"/>
          </p:nvPr>
        </p:nvSpPr>
        <p:spPr>
          <a:xfrm>
            <a:off x="6095000" y="1196050"/>
            <a:ext cx="2820300" cy="1761000"/>
          </a:xfrm>
          <a:prstGeom prst="rect">
            <a:avLst/>
          </a:prstGeom>
          <a:noFill/>
          <a:ln>
            <a:noFill/>
          </a:ln>
        </p:spPr>
      </p:sp>
      <p:sp>
        <p:nvSpPr>
          <p:cNvPr id="303" name="Google Shape;303;p42"/>
          <p:cNvSpPr txBox="1"/>
          <p:nvPr>
            <p:ph idx="1" type="body"/>
          </p:nvPr>
        </p:nvSpPr>
        <p:spPr>
          <a:xfrm>
            <a:off x="2294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04" name="Google Shape;304;p42"/>
          <p:cNvSpPr txBox="1"/>
          <p:nvPr>
            <p:ph idx="5" type="subTitle"/>
          </p:nvPr>
        </p:nvSpPr>
        <p:spPr>
          <a:xfrm>
            <a:off x="2294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305" name="Google Shape;305;p42"/>
          <p:cNvSpPr txBox="1"/>
          <p:nvPr>
            <p:ph idx="6" type="body"/>
          </p:nvPr>
        </p:nvSpPr>
        <p:spPr>
          <a:xfrm>
            <a:off x="315580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06" name="Google Shape;306;p42"/>
          <p:cNvSpPr txBox="1"/>
          <p:nvPr>
            <p:ph idx="7" type="subTitle"/>
          </p:nvPr>
        </p:nvSpPr>
        <p:spPr>
          <a:xfrm>
            <a:off x="315580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
        <p:nvSpPr>
          <p:cNvPr id="307" name="Google Shape;307;p42"/>
          <p:cNvSpPr txBox="1"/>
          <p:nvPr>
            <p:ph idx="8" type="body"/>
          </p:nvPr>
        </p:nvSpPr>
        <p:spPr>
          <a:xfrm>
            <a:off x="6082150" y="3455951"/>
            <a:ext cx="2834100" cy="10542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08" name="Google Shape;308;p42"/>
          <p:cNvSpPr txBox="1"/>
          <p:nvPr>
            <p:ph idx="9" type="subTitle"/>
          </p:nvPr>
        </p:nvSpPr>
        <p:spPr>
          <a:xfrm>
            <a:off x="6082150" y="3127850"/>
            <a:ext cx="2834100" cy="3243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b="1" sz="900"/>
            </a:lvl1pPr>
            <a:lvl2pPr lvl="1">
              <a:spcBef>
                <a:spcPts val="0"/>
              </a:spcBef>
              <a:spcAft>
                <a:spcPts val="0"/>
              </a:spcAft>
              <a:buSzPts val="900"/>
              <a:buNone/>
              <a:defRPr b="1" sz="900"/>
            </a:lvl2pPr>
            <a:lvl3pPr lvl="2">
              <a:spcBef>
                <a:spcPts val="0"/>
              </a:spcBef>
              <a:spcAft>
                <a:spcPts val="0"/>
              </a:spcAft>
              <a:buSzPts val="900"/>
              <a:buNone/>
              <a:defRPr b="1" sz="900"/>
            </a:lvl3pPr>
            <a:lvl4pPr lvl="3">
              <a:spcBef>
                <a:spcPts val="0"/>
              </a:spcBef>
              <a:spcAft>
                <a:spcPts val="0"/>
              </a:spcAft>
              <a:buSzPts val="900"/>
              <a:buNone/>
              <a:defRPr b="1" sz="900"/>
            </a:lvl4pPr>
            <a:lvl5pPr lvl="4">
              <a:spcBef>
                <a:spcPts val="0"/>
              </a:spcBef>
              <a:spcAft>
                <a:spcPts val="0"/>
              </a:spcAft>
              <a:buSzPts val="900"/>
              <a:buNone/>
              <a:defRPr b="1" sz="900"/>
            </a:lvl5pPr>
            <a:lvl6pPr lvl="5">
              <a:spcBef>
                <a:spcPts val="0"/>
              </a:spcBef>
              <a:spcAft>
                <a:spcPts val="0"/>
              </a:spcAft>
              <a:buSzPts val="900"/>
              <a:buNone/>
              <a:defRPr b="1" sz="900"/>
            </a:lvl6pPr>
            <a:lvl7pPr lvl="6">
              <a:spcBef>
                <a:spcPts val="0"/>
              </a:spcBef>
              <a:spcAft>
                <a:spcPts val="0"/>
              </a:spcAft>
              <a:buSzPts val="900"/>
              <a:buNone/>
              <a:defRPr b="1" sz="900"/>
            </a:lvl7pPr>
            <a:lvl8pPr lvl="7">
              <a:spcBef>
                <a:spcPts val="0"/>
              </a:spcBef>
              <a:spcAft>
                <a:spcPts val="0"/>
              </a:spcAft>
              <a:buSzPts val="900"/>
              <a:buNone/>
              <a:defRPr b="1" sz="900"/>
            </a:lvl8pPr>
            <a:lvl9pPr lvl="8">
              <a:spcBef>
                <a:spcPts val="0"/>
              </a:spcBef>
              <a:spcAft>
                <a:spcPts val="0"/>
              </a:spcAft>
              <a:buSzPts val="900"/>
              <a:buNone/>
              <a:defRPr b="1" sz="9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with footer">
  <p:cSld name="CUSTOM_1_1_1_1_1_1_1">
    <p:spTree>
      <p:nvGrpSpPr>
        <p:cNvPr id="309" name="Shape 309"/>
        <p:cNvGrpSpPr/>
        <p:nvPr/>
      </p:nvGrpSpPr>
      <p:grpSpPr>
        <a:xfrm>
          <a:off x="0" y="0"/>
          <a:ext cx="0" cy="0"/>
          <a:chOff x="0" y="0"/>
          <a:chExt cx="0" cy="0"/>
        </a:xfrm>
      </p:grpSpPr>
      <p:sp>
        <p:nvSpPr>
          <p:cNvPr id="310" name="Google Shape;310;p43"/>
          <p:cNvSpPr/>
          <p:nvPr>
            <p:ph idx="2" type="pic"/>
          </p:nvPr>
        </p:nvSpPr>
        <p:spPr>
          <a:xfrm>
            <a:off x="228600" y="164350"/>
            <a:ext cx="8684400" cy="4304700"/>
          </a:xfrm>
          <a:prstGeom prst="rect">
            <a:avLst/>
          </a:prstGeom>
          <a:noFill/>
          <a:ln>
            <a:noFill/>
          </a:ln>
        </p:spPr>
      </p:sp>
      <p:sp>
        <p:nvSpPr>
          <p:cNvPr id="311" name="Google Shape;311;p43"/>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2" name="Google Shape;312;p43"/>
          <p:cNvSpPr txBox="1"/>
          <p:nvPr>
            <p:ph idx="1"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313" name="Google Shape;313;p43"/>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_1_1_1_1_1_1_1">
    <p:spTree>
      <p:nvGrpSpPr>
        <p:cNvPr id="314" name="Shape 314"/>
        <p:cNvGrpSpPr/>
        <p:nvPr/>
      </p:nvGrpSpPr>
      <p:grpSpPr>
        <a:xfrm>
          <a:off x="0" y="0"/>
          <a:ext cx="0" cy="0"/>
          <a:chOff x="0" y="0"/>
          <a:chExt cx="0" cy="0"/>
        </a:xfrm>
      </p:grpSpPr>
      <p:sp>
        <p:nvSpPr>
          <p:cNvPr id="315" name="Google Shape;315;p44"/>
          <p:cNvSpPr/>
          <p:nvPr>
            <p:ph idx="2" type="pic"/>
          </p:nvPr>
        </p:nvSpPr>
        <p:spPr>
          <a:xfrm>
            <a:off x="228600" y="164350"/>
            <a:ext cx="8684400" cy="4304700"/>
          </a:xfrm>
          <a:prstGeom prst="rect">
            <a:avLst/>
          </a:prstGeom>
          <a:noFill/>
          <a:ln>
            <a:noFill/>
          </a:ln>
        </p:spPr>
      </p:sp>
      <p:sp>
        <p:nvSpPr>
          <p:cNvPr id="316" name="Google Shape;316;p44"/>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317" name="Google Shape;317;p44"/>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_1_1_1_1_1_1_1_1">
    <p:spTree>
      <p:nvGrpSpPr>
        <p:cNvPr id="318" name="Shape 318"/>
        <p:cNvGrpSpPr/>
        <p:nvPr/>
      </p:nvGrpSpPr>
      <p:grpSpPr>
        <a:xfrm>
          <a:off x="0" y="0"/>
          <a:ext cx="0" cy="0"/>
          <a:chOff x="0" y="0"/>
          <a:chExt cx="0" cy="0"/>
        </a:xfrm>
      </p:grpSpPr>
      <p:sp>
        <p:nvSpPr>
          <p:cNvPr id="319" name="Google Shape;319;p45"/>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320" name="Google Shape;320;p45"/>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21" name="Google Shape;321;p45"/>
          <p:cNvSpPr txBox="1"/>
          <p:nvPr>
            <p:ph type="title"/>
          </p:nvPr>
        </p:nvSpPr>
        <p:spPr>
          <a:xfrm>
            <a:off x="229450" y="164350"/>
            <a:ext cx="8686800" cy="874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2" name="Google Shape;322;p45"/>
          <p:cNvSpPr/>
          <p:nvPr>
            <p:ph idx="2" type="pic"/>
          </p:nvPr>
        </p:nvSpPr>
        <p:spPr>
          <a:xfrm>
            <a:off x="228600" y="2598025"/>
            <a:ext cx="2024400" cy="1871100"/>
          </a:xfrm>
          <a:prstGeom prst="rect">
            <a:avLst/>
          </a:prstGeom>
          <a:noFill/>
          <a:ln>
            <a:noFill/>
          </a:ln>
        </p:spPr>
      </p:sp>
      <p:sp>
        <p:nvSpPr>
          <p:cNvPr id="323" name="Google Shape;323;p45"/>
          <p:cNvSpPr/>
          <p:nvPr>
            <p:ph idx="3" type="pic"/>
          </p:nvPr>
        </p:nvSpPr>
        <p:spPr>
          <a:xfrm>
            <a:off x="3864875" y="2598025"/>
            <a:ext cx="3561900" cy="1871100"/>
          </a:xfrm>
          <a:prstGeom prst="rect">
            <a:avLst/>
          </a:prstGeom>
          <a:noFill/>
          <a:ln>
            <a:noFill/>
          </a:ln>
        </p:spPr>
      </p:sp>
      <p:sp>
        <p:nvSpPr>
          <p:cNvPr id="324" name="Google Shape;324;p45"/>
          <p:cNvSpPr/>
          <p:nvPr>
            <p:ph idx="4" type="pic"/>
          </p:nvPr>
        </p:nvSpPr>
        <p:spPr>
          <a:xfrm>
            <a:off x="7547700" y="2598025"/>
            <a:ext cx="1367700" cy="1871100"/>
          </a:xfrm>
          <a:prstGeom prst="rect">
            <a:avLst/>
          </a:prstGeom>
          <a:noFill/>
          <a:ln>
            <a:noFill/>
          </a:ln>
        </p:spPr>
      </p:sp>
      <p:sp>
        <p:nvSpPr>
          <p:cNvPr id="325" name="Google Shape;325;p45"/>
          <p:cNvSpPr/>
          <p:nvPr>
            <p:ph idx="5" type="pic"/>
          </p:nvPr>
        </p:nvSpPr>
        <p:spPr>
          <a:xfrm>
            <a:off x="2375088" y="2598025"/>
            <a:ext cx="1367700" cy="1871100"/>
          </a:xfrm>
          <a:prstGeom prst="rect">
            <a:avLst/>
          </a:prstGeom>
          <a:noFill/>
          <a:ln>
            <a:noFill/>
          </a:ln>
        </p:spPr>
      </p:sp>
      <p:sp>
        <p:nvSpPr>
          <p:cNvPr id="326" name="Google Shape;326;p45"/>
          <p:cNvSpPr/>
          <p:nvPr>
            <p:ph idx="6" type="pic"/>
          </p:nvPr>
        </p:nvSpPr>
        <p:spPr>
          <a:xfrm>
            <a:off x="228600" y="1038850"/>
            <a:ext cx="1003500" cy="1453500"/>
          </a:xfrm>
          <a:prstGeom prst="rect">
            <a:avLst/>
          </a:prstGeom>
          <a:noFill/>
          <a:ln>
            <a:noFill/>
          </a:ln>
        </p:spPr>
      </p:sp>
      <p:sp>
        <p:nvSpPr>
          <p:cNvPr id="327" name="Google Shape;327;p45"/>
          <p:cNvSpPr/>
          <p:nvPr>
            <p:ph idx="7" type="pic"/>
          </p:nvPr>
        </p:nvSpPr>
        <p:spPr>
          <a:xfrm>
            <a:off x="6745975" y="1038850"/>
            <a:ext cx="2169600" cy="1453500"/>
          </a:xfrm>
          <a:prstGeom prst="rect">
            <a:avLst/>
          </a:prstGeom>
          <a:noFill/>
          <a:ln>
            <a:noFill/>
          </a:ln>
        </p:spPr>
      </p:sp>
      <p:sp>
        <p:nvSpPr>
          <p:cNvPr id="328" name="Google Shape;328;p45"/>
          <p:cNvSpPr/>
          <p:nvPr>
            <p:ph idx="8" type="pic"/>
          </p:nvPr>
        </p:nvSpPr>
        <p:spPr>
          <a:xfrm>
            <a:off x="1354150" y="1038850"/>
            <a:ext cx="1502400" cy="1453500"/>
          </a:xfrm>
          <a:prstGeom prst="rect">
            <a:avLst/>
          </a:prstGeom>
          <a:noFill/>
          <a:ln>
            <a:noFill/>
          </a:ln>
        </p:spPr>
      </p:sp>
      <p:sp>
        <p:nvSpPr>
          <p:cNvPr id="329" name="Google Shape;329;p45"/>
          <p:cNvSpPr/>
          <p:nvPr>
            <p:ph idx="9" type="pic"/>
          </p:nvPr>
        </p:nvSpPr>
        <p:spPr>
          <a:xfrm>
            <a:off x="2981410" y="1038850"/>
            <a:ext cx="2196300" cy="1453500"/>
          </a:xfrm>
          <a:prstGeom prst="rect">
            <a:avLst/>
          </a:prstGeom>
          <a:noFill/>
          <a:ln>
            <a:noFill/>
          </a:ln>
        </p:spPr>
      </p:sp>
      <p:sp>
        <p:nvSpPr>
          <p:cNvPr id="330" name="Google Shape;330;p45"/>
          <p:cNvSpPr/>
          <p:nvPr>
            <p:ph idx="13" type="pic"/>
          </p:nvPr>
        </p:nvSpPr>
        <p:spPr>
          <a:xfrm>
            <a:off x="5311004" y="1038850"/>
            <a:ext cx="1301700" cy="14535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image">
  <p:cSld name="CUSTOM_2">
    <p:spTree>
      <p:nvGrpSpPr>
        <p:cNvPr id="331" name="Shape 331"/>
        <p:cNvGrpSpPr/>
        <p:nvPr/>
      </p:nvGrpSpPr>
      <p:grpSpPr>
        <a:xfrm>
          <a:off x="0" y="0"/>
          <a:ext cx="0" cy="0"/>
          <a:chOff x="0" y="0"/>
          <a:chExt cx="0" cy="0"/>
        </a:xfrm>
      </p:grpSpPr>
      <p:sp>
        <p:nvSpPr>
          <p:cNvPr id="332" name="Google Shape;332;p46"/>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3" name="Google Shape;333;p46"/>
          <p:cNvSpPr/>
          <p:nvPr>
            <p:ph idx="2" type="pic"/>
          </p:nvPr>
        </p:nvSpPr>
        <p:spPr>
          <a:xfrm>
            <a:off x="228600" y="164350"/>
            <a:ext cx="5751300" cy="4304700"/>
          </a:xfrm>
          <a:prstGeom prst="rect">
            <a:avLst/>
          </a:prstGeom>
          <a:noFill/>
          <a:ln>
            <a:noFill/>
          </a:ln>
        </p:spPr>
      </p:sp>
      <p:sp>
        <p:nvSpPr>
          <p:cNvPr id="334" name="Google Shape;334;p46"/>
          <p:cNvSpPr txBox="1"/>
          <p:nvPr>
            <p:ph type="title"/>
          </p:nvPr>
        </p:nvSpPr>
        <p:spPr>
          <a:xfrm>
            <a:off x="6095100" y="321875"/>
            <a:ext cx="2820300" cy="15207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sz="4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5" name="Google Shape;335;p46"/>
          <p:cNvSpPr txBox="1"/>
          <p:nvPr>
            <p:ph idx="1" type="subTitle"/>
          </p:nvPr>
        </p:nvSpPr>
        <p:spPr>
          <a:xfrm>
            <a:off x="6095100" y="1842575"/>
            <a:ext cx="2820300" cy="26265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36" name="Google Shape;336;p46"/>
          <p:cNvSpPr txBox="1"/>
          <p:nvPr>
            <p:ph idx="3" type="body"/>
          </p:nvPr>
        </p:nvSpPr>
        <p:spPr>
          <a:xfrm>
            <a:off x="228600" y="4679000"/>
            <a:ext cx="4343400" cy="3243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cxnSp>
        <p:nvCxnSpPr>
          <p:cNvPr id="337" name="Google Shape;337;p46"/>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2_1">
    <p:spTree>
      <p:nvGrpSpPr>
        <p:cNvPr id="338" name="Shape 338"/>
        <p:cNvGrpSpPr/>
        <p:nvPr/>
      </p:nvGrpSpPr>
      <p:grpSpPr>
        <a:xfrm>
          <a:off x="0" y="0"/>
          <a:ext cx="0" cy="0"/>
          <a:chOff x="0" y="0"/>
          <a:chExt cx="0" cy="0"/>
        </a:xfrm>
      </p:grpSpPr>
      <p:sp>
        <p:nvSpPr>
          <p:cNvPr id="339" name="Google Shape;339;p47"/>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340" name="Google Shape;340;p47"/>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41" name="Google Shape;341;p47"/>
          <p:cNvSpPr txBox="1"/>
          <p:nvPr>
            <p:ph hasCustomPrompt="1" type="title"/>
          </p:nvPr>
        </p:nvSpPr>
        <p:spPr>
          <a:xfrm>
            <a:off x="225750" y="1212350"/>
            <a:ext cx="8606700" cy="4390800"/>
          </a:xfrm>
          <a:prstGeom prst="rect">
            <a:avLst/>
          </a:prstGeom>
        </p:spPr>
        <p:txBody>
          <a:bodyPr anchorCtr="0" anchor="b" bIns="91425" lIns="91425" spcFirstLastPara="1" rIns="91425" wrap="square" tIns="91425">
            <a:noAutofit/>
          </a:bodyPr>
          <a:lstStyle>
            <a:lvl1pPr lvl="0">
              <a:spcBef>
                <a:spcPts val="0"/>
              </a:spcBef>
              <a:spcAft>
                <a:spcPts val="0"/>
              </a:spcAft>
              <a:buSzPts val="30000"/>
              <a:buNone/>
              <a:defRPr sz="30000"/>
            </a:lvl1pPr>
            <a:lvl2pPr lvl="1" algn="ctr">
              <a:spcBef>
                <a:spcPts val="0"/>
              </a:spcBef>
              <a:spcAft>
                <a:spcPts val="0"/>
              </a:spcAft>
              <a:buSzPts val="30000"/>
              <a:buNone/>
              <a:defRPr sz="30000"/>
            </a:lvl2pPr>
            <a:lvl3pPr lvl="2" algn="ctr">
              <a:spcBef>
                <a:spcPts val="0"/>
              </a:spcBef>
              <a:spcAft>
                <a:spcPts val="0"/>
              </a:spcAft>
              <a:buSzPts val="30000"/>
              <a:buNone/>
              <a:defRPr sz="30000"/>
            </a:lvl3pPr>
            <a:lvl4pPr lvl="3" algn="ctr">
              <a:spcBef>
                <a:spcPts val="0"/>
              </a:spcBef>
              <a:spcAft>
                <a:spcPts val="0"/>
              </a:spcAft>
              <a:buSzPts val="30000"/>
              <a:buNone/>
              <a:defRPr sz="30000"/>
            </a:lvl4pPr>
            <a:lvl5pPr lvl="4" algn="ctr">
              <a:spcBef>
                <a:spcPts val="0"/>
              </a:spcBef>
              <a:spcAft>
                <a:spcPts val="0"/>
              </a:spcAft>
              <a:buSzPts val="30000"/>
              <a:buNone/>
              <a:defRPr sz="30000"/>
            </a:lvl5pPr>
            <a:lvl6pPr lvl="5" algn="ctr">
              <a:spcBef>
                <a:spcPts val="0"/>
              </a:spcBef>
              <a:spcAft>
                <a:spcPts val="0"/>
              </a:spcAft>
              <a:buSzPts val="30000"/>
              <a:buNone/>
              <a:defRPr sz="30000"/>
            </a:lvl6pPr>
            <a:lvl7pPr lvl="6" algn="ctr">
              <a:spcBef>
                <a:spcPts val="0"/>
              </a:spcBef>
              <a:spcAft>
                <a:spcPts val="0"/>
              </a:spcAft>
              <a:buSzPts val="30000"/>
              <a:buNone/>
              <a:defRPr sz="30000"/>
            </a:lvl7pPr>
            <a:lvl8pPr lvl="7" algn="ctr">
              <a:spcBef>
                <a:spcPts val="0"/>
              </a:spcBef>
              <a:spcAft>
                <a:spcPts val="0"/>
              </a:spcAft>
              <a:buSzPts val="30000"/>
              <a:buNone/>
              <a:defRPr sz="30000"/>
            </a:lvl8pPr>
            <a:lvl9pPr lvl="8" algn="ctr">
              <a:spcBef>
                <a:spcPts val="0"/>
              </a:spcBef>
              <a:spcAft>
                <a:spcPts val="0"/>
              </a:spcAft>
              <a:buSzPts val="30000"/>
              <a:buNone/>
              <a:defRPr sz="30000"/>
            </a:lvl9pPr>
          </a:lstStyle>
          <a:p>
            <a:r>
              <a:t>xx%</a:t>
            </a:r>
          </a:p>
        </p:txBody>
      </p:sp>
      <p:cxnSp>
        <p:nvCxnSpPr>
          <p:cNvPr id="342" name="Google Shape;342;p47"/>
          <p:cNvCxnSpPr/>
          <p:nvPr/>
        </p:nvCxnSpPr>
        <p:spPr>
          <a:xfrm flipH="1" rot="10800000">
            <a:off x="225750" y="12123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43" name="Google Shape;343;p47"/>
          <p:cNvSpPr txBox="1"/>
          <p:nvPr>
            <p:ph idx="1" type="body"/>
          </p:nvPr>
        </p:nvSpPr>
        <p:spPr>
          <a:xfrm>
            <a:off x="228600" y="578150"/>
            <a:ext cx="8692500" cy="6399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1"/>
              </a:buClr>
              <a:buSzPts val="900"/>
              <a:buFont typeface="Gowun Batang"/>
              <a:buChar char="●"/>
              <a:defRPr/>
            </a:lvl1pPr>
            <a:lvl2pPr indent="-285750" lvl="1" marL="914400">
              <a:spcBef>
                <a:spcPts val="0"/>
              </a:spcBef>
              <a:spcAft>
                <a:spcPts val="0"/>
              </a:spcAft>
              <a:buClr>
                <a:schemeClr val="dk1"/>
              </a:buClr>
              <a:buSzPts val="900"/>
              <a:buFont typeface="Gowun Batang"/>
              <a:buChar char="○"/>
              <a:defRPr/>
            </a:lvl2pPr>
            <a:lvl3pPr indent="-285750" lvl="2" marL="1371600">
              <a:spcBef>
                <a:spcPts val="0"/>
              </a:spcBef>
              <a:spcAft>
                <a:spcPts val="0"/>
              </a:spcAft>
              <a:buClr>
                <a:schemeClr val="dk1"/>
              </a:buClr>
              <a:buSzPts val="900"/>
              <a:buFont typeface="Gowun Batang"/>
              <a:buChar char="■"/>
              <a:defRPr/>
            </a:lvl3pPr>
            <a:lvl4pPr indent="-285750" lvl="3" marL="1828800">
              <a:spcBef>
                <a:spcPts val="0"/>
              </a:spcBef>
              <a:spcAft>
                <a:spcPts val="0"/>
              </a:spcAft>
              <a:buClr>
                <a:schemeClr val="dk1"/>
              </a:buClr>
              <a:buSzPts val="900"/>
              <a:buFont typeface="Gowun Batang"/>
              <a:buChar char="●"/>
              <a:defRPr/>
            </a:lvl4pPr>
            <a:lvl5pPr indent="-285750" lvl="4" marL="2286000">
              <a:spcBef>
                <a:spcPts val="0"/>
              </a:spcBef>
              <a:spcAft>
                <a:spcPts val="0"/>
              </a:spcAft>
              <a:buClr>
                <a:schemeClr val="dk1"/>
              </a:buClr>
              <a:buSzPts val="900"/>
              <a:buFont typeface="Gowun Batang"/>
              <a:buChar char="○"/>
              <a:defRPr/>
            </a:lvl5pPr>
            <a:lvl6pPr indent="-285750" lvl="5" marL="2743200">
              <a:spcBef>
                <a:spcPts val="0"/>
              </a:spcBef>
              <a:spcAft>
                <a:spcPts val="0"/>
              </a:spcAft>
              <a:buClr>
                <a:schemeClr val="dk1"/>
              </a:buClr>
              <a:buSzPts val="900"/>
              <a:buFont typeface="Gowun Batang"/>
              <a:buChar char="■"/>
              <a:defRPr/>
            </a:lvl6pPr>
            <a:lvl7pPr indent="-285750" lvl="6" marL="3200400">
              <a:spcBef>
                <a:spcPts val="0"/>
              </a:spcBef>
              <a:spcAft>
                <a:spcPts val="0"/>
              </a:spcAft>
              <a:buClr>
                <a:schemeClr val="dk1"/>
              </a:buClr>
              <a:buSzPts val="900"/>
              <a:buFont typeface="Gowun Batang"/>
              <a:buChar char="●"/>
              <a:defRPr/>
            </a:lvl7pPr>
            <a:lvl8pPr indent="-285750" lvl="7" marL="3657600">
              <a:spcBef>
                <a:spcPts val="0"/>
              </a:spcBef>
              <a:spcAft>
                <a:spcPts val="0"/>
              </a:spcAft>
              <a:buClr>
                <a:schemeClr val="dk1"/>
              </a:buClr>
              <a:buSzPts val="900"/>
              <a:buFont typeface="Gowun Batang"/>
              <a:buChar char="○"/>
              <a:defRPr/>
            </a:lvl8pPr>
            <a:lvl9pPr indent="-285750" lvl="8" marL="4114800">
              <a:spcBef>
                <a:spcPts val="0"/>
              </a:spcBef>
              <a:spcAft>
                <a:spcPts val="0"/>
              </a:spcAft>
              <a:buClr>
                <a:schemeClr val="dk1"/>
              </a:buClr>
              <a:buSzPts val="900"/>
              <a:buFont typeface="Gowun Batang"/>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2_1_1">
    <p:spTree>
      <p:nvGrpSpPr>
        <p:cNvPr id="344" name="Shape 344"/>
        <p:cNvGrpSpPr/>
        <p:nvPr/>
      </p:nvGrpSpPr>
      <p:grpSpPr>
        <a:xfrm>
          <a:off x="0" y="0"/>
          <a:ext cx="0" cy="0"/>
          <a:chOff x="0" y="0"/>
          <a:chExt cx="0" cy="0"/>
        </a:xfrm>
      </p:grpSpPr>
      <p:sp>
        <p:nvSpPr>
          <p:cNvPr id="345" name="Google Shape;345;p48"/>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346" name="Google Shape;346;p48"/>
          <p:cNvCxnSpPr/>
          <p:nvPr/>
        </p:nvCxnSpPr>
        <p:spPr>
          <a:xfrm flipH="1" rot="10800000">
            <a:off x="225750" y="4678950"/>
            <a:ext cx="8692500" cy="5700"/>
          </a:xfrm>
          <a:prstGeom prst="straightConnector1">
            <a:avLst/>
          </a:prstGeom>
          <a:noFill/>
          <a:ln cap="flat" cmpd="sng" w="9525">
            <a:solidFill>
              <a:schemeClr val="dk1"/>
            </a:solidFill>
            <a:prstDash val="solid"/>
            <a:round/>
            <a:headEnd len="med" w="med" type="none"/>
            <a:tailEnd len="med" w="med" type="none"/>
          </a:ln>
        </p:spPr>
      </p:cxnSp>
      <p:sp>
        <p:nvSpPr>
          <p:cNvPr id="347" name="Google Shape;347;p48"/>
          <p:cNvSpPr txBox="1"/>
          <p:nvPr>
            <p:ph idx="1" type="body"/>
          </p:nvPr>
        </p:nvSpPr>
        <p:spPr>
          <a:xfrm>
            <a:off x="228600" y="3719575"/>
            <a:ext cx="3942600" cy="749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9">
    <p:spTree>
      <p:nvGrpSpPr>
        <p:cNvPr id="348" name="Shape 3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600"/>
              <a:buFont typeface="Gowun Batang"/>
              <a:buNone/>
              <a:defRPr sz="3600">
                <a:solidFill>
                  <a:schemeClr val="dk1"/>
                </a:solidFill>
                <a:latin typeface="Gowun Batang"/>
                <a:ea typeface="Gowun Batang"/>
                <a:cs typeface="Gowun Batang"/>
                <a:sym typeface="Gowun Batang"/>
              </a:defRPr>
            </a:lvl1pPr>
            <a:lvl2pPr lvl="1">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2pPr>
            <a:lvl3pPr lvl="2">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3pPr>
            <a:lvl4pPr lvl="3">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4pPr>
            <a:lvl5pPr lvl="4">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5pPr>
            <a:lvl6pPr lvl="5">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6pPr>
            <a:lvl7pPr lvl="6">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7pPr>
            <a:lvl8pPr lvl="7">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8pPr>
            <a:lvl9pPr lvl="8">
              <a:spcBef>
                <a:spcPts val="0"/>
              </a:spcBef>
              <a:spcAft>
                <a:spcPts val="0"/>
              </a:spcAft>
              <a:buClr>
                <a:schemeClr val="dk1"/>
              </a:buClr>
              <a:buSzPts val="2800"/>
              <a:buFont typeface="Gowun Batang"/>
              <a:buNone/>
              <a:defRPr sz="2800">
                <a:solidFill>
                  <a:schemeClr val="dk1"/>
                </a:solidFill>
                <a:latin typeface="Gowun Batang"/>
                <a:ea typeface="Gowun Batang"/>
                <a:cs typeface="Gowun Batang"/>
                <a:sym typeface="Gowun Batang"/>
              </a:defRPr>
            </a:lvl9pPr>
          </a:lstStyle>
          <a:p/>
        </p:txBody>
      </p:sp>
      <p:sp>
        <p:nvSpPr>
          <p:cNvPr id="7" name="Google Shape;7;p1"/>
          <p:cNvSpPr txBox="1"/>
          <p:nvPr>
            <p:ph idx="1" type="body"/>
          </p:nvPr>
        </p:nvSpPr>
        <p:spPr>
          <a:xfrm>
            <a:off x="311700" y="2947825"/>
            <a:ext cx="8520600" cy="1620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1pPr>
            <a:lvl2pPr indent="-285750" lvl="1" marL="9144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2pPr>
            <a:lvl3pPr indent="-285750" lvl="2" marL="13716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3pPr>
            <a:lvl4pPr indent="-285750" lvl="3" marL="18288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4pPr>
            <a:lvl5pPr indent="-285750" lvl="4" marL="22860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5pPr>
            <a:lvl6pPr indent="-285750" lvl="5" marL="27432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6pPr>
            <a:lvl7pPr indent="-285750" lvl="6" marL="32004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7pPr>
            <a:lvl8pPr indent="-285750" lvl="7" marL="36576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8pPr>
            <a:lvl9pPr indent="-285750" lvl="8" marL="4114800">
              <a:spcBef>
                <a:spcPts val="0"/>
              </a:spcBef>
              <a:spcAft>
                <a:spcPts val="0"/>
              </a:spcAft>
              <a:buClr>
                <a:schemeClr val="dk1"/>
              </a:buClr>
              <a:buSzPts val="900"/>
              <a:buFont typeface="Gowun Batang"/>
              <a:buChar char="■"/>
              <a:defRPr sz="900">
                <a:solidFill>
                  <a:schemeClr val="dk1"/>
                </a:solidFill>
                <a:latin typeface="Gowun Batang"/>
                <a:ea typeface="Gowun Batang"/>
                <a:cs typeface="Gowun Batang"/>
                <a:sym typeface="Gowun Batang"/>
              </a:defRPr>
            </a:lvl9pPr>
          </a:lstStyle>
          <a:p/>
        </p:txBody>
      </p:sp>
      <p:sp>
        <p:nvSpPr>
          <p:cNvPr id="8" name="Google Shape;8;p1"/>
          <p:cNvSpPr txBox="1"/>
          <p:nvPr>
            <p:ph idx="12" type="sldNum"/>
          </p:nvPr>
        </p:nvSpPr>
        <p:spPr>
          <a:xfrm>
            <a:off x="7426775" y="4679000"/>
            <a:ext cx="1502400" cy="324300"/>
          </a:xfrm>
          <a:prstGeom prst="rect">
            <a:avLst/>
          </a:prstGeom>
          <a:noFill/>
          <a:ln>
            <a:noFill/>
          </a:ln>
        </p:spPr>
        <p:txBody>
          <a:bodyPr anchorCtr="0" anchor="ctr" bIns="91425" lIns="91425" spcFirstLastPara="1" rIns="91425" wrap="square" tIns="91425">
            <a:noAutofit/>
          </a:bodyPr>
          <a:lstStyle>
            <a:lvl1pPr lvl="0" rtl="0" algn="r">
              <a:buNone/>
              <a:defRPr sz="900">
                <a:solidFill>
                  <a:schemeClr val="dk1"/>
                </a:solidFill>
                <a:latin typeface="Gowun Batang"/>
                <a:ea typeface="Gowun Batang"/>
                <a:cs typeface="Gowun Batang"/>
                <a:sym typeface="Gowun Batang"/>
              </a:defRPr>
            </a:lvl1pPr>
            <a:lvl2pPr lvl="1" rtl="0" algn="r">
              <a:buNone/>
              <a:defRPr sz="900">
                <a:solidFill>
                  <a:schemeClr val="dk1"/>
                </a:solidFill>
                <a:latin typeface="Gowun Batang"/>
                <a:ea typeface="Gowun Batang"/>
                <a:cs typeface="Gowun Batang"/>
                <a:sym typeface="Gowun Batang"/>
              </a:defRPr>
            </a:lvl2pPr>
            <a:lvl3pPr lvl="2" rtl="0" algn="r">
              <a:buNone/>
              <a:defRPr sz="900">
                <a:solidFill>
                  <a:schemeClr val="dk1"/>
                </a:solidFill>
                <a:latin typeface="Gowun Batang"/>
                <a:ea typeface="Gowun Batang"/>
                <a:cs typeface="Gowun Batang"/>
                <a:sym typeface="Gowun Batang"/>
              </a:defRPr>
            </a:lvl3pPr>
            <a:lvl4pPr lvl="3" rtl="0" algn="r">
              <a:buNone/>
              <a:defRPr sz="900">
                <a:solidFill>
                  <a:schemeClr val="dk1"/>
                </a:solidFill>
                <a:latin typeface="Gowun Batang"/>
                <a:ea typeface="Gowun Batang"/>
                <a:cs typeface="Gowun Batang"/>
                <a:sym typeface="Gowun Batang"/>
              </a:defRPr>
            </a:lvl4pPr>
            <a:lvl5pPr lvl="4" rtl="0" algn="r">
              <a:buNone/>
              <a:defRPr sz="900">
                <a:solidFill>
                  <a:schemeClr val="dk1"/>
                </a:solidFill>
                <a:latin typeface="Gowun Batang"/>
                <a:ea typeface="Gowun Batang"/>
                <a:cs typeface="Gowun Batang"/>
                <a:sym typeface="Gowun Batang"/>
              </a:defRPr>
            </a:lvl5pPr>
            <a:lvl6pPr lvl="5" rtl="0" algn="r">
              <a:buNone/>
              <a:defRPr sz="900">
                <a:solidFill>
                  <a:schemeClr val="dk1"/>
                </a:solidFill>
                <a:latin typeface="Gowun Batang"/>
                <a:ea typeface="Gowun Batang"/>
                <a:cs typeface="Gowun Batang"/>
                <a:sym typeface="Gowun Batang"/>
              </a:defRPr>
            </a:lvl6pPr>
            <a:lvl7pPr lvl="6" rtl="0" algn="r">
              <a:buNone/>
              <a:defRPr sz="900">
                <a:solidFill>
                  <a:schemeClr val="dk1"/>
                </a:solidFill>
                <a:latin typeface="Gowun Batang"/>
                <a:ea typeface="Gowun Batang"/>
                <a:cs typeface="Gowun Batang"/>
                <a:sym typeface="Gowun Batang"/>
              </a:defRPr>
            </a:lvl7pPr>
            <a:lvl8pPr lvl="7" rtl="0" algn="r">
              <a:buNone/>
              <a:defRPr sz="900">
                <a:solidFill>
                  <a:schemeClr val="dk1"/>
                </a:solidFill>
                <a:latin typeface="Gowun Batang"/>
                <a:ea typeface="Gowun Batang"/>
                <a:cs typeface="Gowun Batang"/>
                <a:sym typeface="Gowun Batang"/>
              </a:defRPr>
            </a:lvl8pPr>
            <a:lvl9pPr lvl="8" rtl="0" algn="r">
              <a:buNone/>
              <a:defRPr sz="900">
                <a:solidFill>
                  <a:schemeClr val="dk1"/>
                </a:solidFill>
                <a:latin typeface="Gowun Batang"/>
                <a:ea typeface="Gowun Batang"/>
                <a:cs typeface="Gowun Batang"/>
                <a:sym typeface="Gowun Batang"/>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46962"/>
          </p15:clr>
        </p15:guide>
        <p15:guide id="2" pos="5616">
          <p15:clr>
            <a:srgbClr val="E46962"/>
          </p15:clr>
        </p15:guide>
        <p15:guide id="3" orient="horz" pos="104">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0"/>
          <p:cNvSpPr txBox="1"/>
          <p:nvPr>
            <p:ph type="title"/>
          </p:nvPr>
        </p:nvSpPr>
        <p:spPr>
          <a:xfrm>
            <a:off x="228600" y="1198600"/>
            <a:ext cx="7107300" cy="1456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Arial"/>
                <a:ea typeface="Arial"/>
                <a:cs typeface="Arial"/>
                <a:sym typeface="Arial"/>
              </a:rPr>
              <a:t>Smiley Real Estate - Sales Performance Analysis</a:t>
            </a:r>
            <a:endParaRPr>
              <a:latin typeface="Arial"/>
              <a:ea typeface="Arial"/>
              <a:cs typeface="Arial"/>
              <a:sym typeface="Arial"/>
            </a:endParaRPr>
          </a:p>
        </p:txBody>
      </p:sp>
      <p:sp>
        <p:nvSpPr>
          <p:cNvPr id="354" name="Google Shape;354;p50"/>
          <p:cNvSpPr txBox="1"/>
          <p:nvPr>
            <p:ph idx="1" type="body"/>
          </p:nvPr>
        </p:nvSpPr>
        <p:spPr>
          <a:xfrm>
            <a:off x="228600" y="2856025"/>
            <a:ext cx="1889400" cy="6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Arial"/>
                <a:ea typeface="Arial"/>
                <a:cs typeface="Arial"/>
                <a:sym typeface="Arial"/>
              </a:rPr>
              <a:t>Joel Bravo</a:t>
            </a:r>
            <a:endParaRPr sz="1100">
              <a:latin typeface="Arial"/>
              <a:ea typeface="Arial"/>
              <a:cs typeface="Arial"/>
              <a:sym typeface="Arial"/>
            </a:endParaRPr>
          </a:p>
          <a:p>
            <a:pPr indent="0" lvl="0" marL="0" rtl="0" algn="l">
              <a:spcBef>
                <a:spcPts val="0"/>
              </a:spcBef>
              <a:spcAft>
                <a:spcPts val="0"/>
              </a:spcAft>
              <a:buNone/>
            </a:pPr>
            <a:r>
              <a:rPr lang="en" sz="1100">
                <a:latin typeface="Arial"/>
                <a:ea typeface="Arial"/>
                <a:cs typeface="Arial"/>
                <a:sym typeface="Arial"/>
              </a:rPr>
              <a:t>12/4/2025</a:t>
            </a:r>
            <a:endParaRPr sz="1100">
              <a:latin typeface="Arial"/>
              <a:ea typeface="Arial"/>
              <a:cs typeface="Arial"/>
              <a:sym typeface="Arial"/>
            </a:endParaRPr>
          </a:p>
        </p:txBody>
      </p:sp>
      <p:sp>
        <p:nvSpPr>
          <p:cNvPr id="355" name="Google Shape;355;p50"/>
          <p:cNvSpPr txBox="1"/>
          <p:nvPr>
            <p:ph idx="12" type="sldNum"/>
          </p:nvPr>
        </p:nvSpPr>
        <p:spPr>
          <a:xfrm>
            <a:off x="7426775" y="4679000"/>
            <a:ext cx="1502400" cy="324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1"/>
          <p:cNvSpPr txBox="1"/>
          <p:nvPr>
            <p:ph type="title"/>
          </p:nvPr>
        </p:nvSpPr>
        <p:spPr>
          <a:xfrm>
            <a:off x="225750" y="240650"/>
            <a:ext cx="8692500" cy="4314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Arial"/>
                <a:ea typeface="Arial"/>
                <a:cs typeface="Arial"/>
                <a:sym typeface="Arial"/>
              </a:rPr>
              <a:t>Best Markets</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2"/>
          <p:cNvSpPr txBox="1"/>
          <p:nvPr>
            <p:ph type="title"/>
          </p:nvPr>
        </p:nvSpPr>
        <p:spPr>
          <a:xfrm>
            <a:off x="228600" y="80900"/>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Arial"/>
                <a:ea typeface="Arial"/>
                <a:cs typeface="Arial"/>
                <a:sym typeface="Arial"/>
              </a:rPr>
              <a:t>Top 5 markets are determined by days on market, sales to list ratio, and closed listings rate</a:t>
            </a:r>
            <a:endParaRPr sz="2300">
              <a:latin typeface="Arial"/>
              <a:ea typeface="Arial"/>
              <a:cs typeface="Arial"/>
              <a:sym typeface="Arial"/>
            </a:endParaRPr>
          </a:p>
        </p:txBody>
      </p:sp>
      <p:graphicFrame>
        <p:nvGraphicFramePr>
          <p:cNvPr id="366" name="Google Shape;366;p52"/>
          <p:cNvGraphicFramePr/>
          <p:nvPr/>
        </p:nvGraphicFramePr>
        <p:xfrm>
          <a:off x="406200" y="988750"/>
          <a:ext cx="3000000" cy="3000000"/>
        </p:xfrm>
        <a:graphic>
          <a:graphicData uri="http://schemas.openxmlformats.org/drawingml/2006/table">
            <a:tbl>
              <a:tblPr>
                <a:noFill/>
                <a:tableStyleId>{2778EE24-15B4-459F-893F-8742076DE2CD}</a:tableStyleId>
              </a:tblPr>
              <a:tblGrid>
                <a:gridCol w="327000"/>
                <a:gridCol w="1470500"/>
                <a:gridCol w="898750"/>
                <a:gridCol w="898750"/>
                <a:gridCol w="898750"/>
              </a:tblGrid>
              <a:tr h="381000">
                <a:tc>
                  <a:txBody>
                    <a:bodyPr/>
                    <a:lstStyle/>
                    <a:p>
                      <a:pPr indent="0" lvl="0" marL="0" rtl="0" algn="ctr">
                        <a:spcBef>
                          <a:spcPts val="0"/>
                        </a:spcBef>
                        <a:spcAft>
                          <a:spcPts val="0"/>
                        </a:spcAft>
                        <a:buNone/>
                      </a:pPr>
                      <a:r>
                        <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Market</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200"/>
                        <a:t>Days on Market (Median)</a:t>
                      </a:r>
                      <a:endParaRPr b="1"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200"/>
                        <a:t>Sale to List Ratio</a:t>
                      </a:r>
                      <a:endParaRPr b="1"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200"/>
                        <a:t>Closed Listings Rate</a:t>
                      </a:r>
                      <a:endParaRPr b="1"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1</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Buffalo, NY</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12</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1.16</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0.69</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2</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Grand Rapids, MI</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14</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1.01</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0.70</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3</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San Jose, CA</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17</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1.03</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0.63</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4</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San Francisco, CA</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21</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1.02</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0.48</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5</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Seattle, WA</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21</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0.98</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0.37</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67" name="Google Shape;367;p52"/>
          <p:cNvSpPr txBox="1"/>
          <p:nvPr/>
        </p:nvSpPr>
        <p:spPr>
          <a:xfrm>
            <a:off x="5181300" y="921250"/>
            <a:ext cx="3734100" cy="3512400"/>
          </a:xfrm>
          <a:prstGeom prst="rect">
            <a:avLst/>
          </a:prstGeom>
          <a:noFill/>
          <a:ln>
            <a:noFill/>
          </a:ln>
        </p:spPr>
        <p:txBody>
          <a:bodyPr anchorCtr="0" anchor="t" bIns="457200" lIns="91425" spcFirstLastPara="1" rIns="91425" wrap="square" tIns="91425">
            <a:noAutofit/>
          </a:bodyPr>
          <a:lstStyle/>
          <a:p>
            <a:pPr indent="-85343" lvl="0" marL="237743" rtl="0" algn="just">
              <a:spcBef>
                <a:spcPts val="0"/>
              </a:spcBef>
              <a:spcAft>
                <a:spcPts val="0"/>
              </a:spcAft>
              <a:buClr>
                <a:schemeClr val="dk1"/>
              </a:buClr>
              <a:buSzPts val="1200"/>
              <a:buChar char="●"/>
            </a:pPr>
            <a:r>
              <a:rPr b="1" lang="en" sz="1200">
                <a:solidFill>
                  <a:schemeClr val="dk1"/>
                </a:solidFill>
              </a:rPr>
              <a:t>Days on Market (DOM)</a:t>
            </a:r>
            <a:r>
              <a:rPr lang="en" sz="1200">
                <a:solidFill>
                  <a:schemeClr val="dk1"/>
                </a:solidFill>
              </a:rPr>
              <a:t>: The top markets have short DOM, indicating high demand and a quick turnaround time on sales.</a:t>
            </a:r>
            <a:endParaRPr sz="1200">
              <a:solidFill>
                <a:schemeClr val="dk1"/>
              </a:solidFill>
            </a:endParaRPr>
          </a:p>
          <a:p>
            <a:pPr indent="-85343" lvl="0" marL="237743" rtl="0" algn="just">
              <a:spcBef>
                <a:spcPts val="1000"/>
              </a:spcBef>
              <a:spcAft>
                <a:spcPts val="0"/>
              </a:spcAft>
              <a:buClr>
                <a:schemeClr val="dk1"/>
              </a:buClr>
              <a:buSzPts val="1200"/>
              <a:buChar char="●"/>
            </a:pPr>
            <a:r>
              <a:rPr b="1" lang="en" sz="1200">
                <a:solidFill>
                  <a:schemeClr val="dk1"/>
                </a:solidFill>
              </a:rPr>
              <a:t>Sale to List Ratio</a:t>
            </a:r>
            <a:r>
              <a:rPr lang="en" sz="1200">
                <a:solidFill>
                  <a:schemeClr val="dk1"/>
                </a:solidFill>
              </a:rPr>
              <a:t>: A </a:t>
            </a:r>
            <a:r>
              <a:rPr lang="en" sz="1200">
                <a:solidFill>
                  <a:schemeClr val="dk1"/>
                </a:solidFill>
              </a:rPr>
              <a:t>measure</a:t>
            </a:r>
            <a:r>
              <a:rPr lang="en" sz="1200">
                <a:solidFill>
                  <a:schemeClr val="dk1"/>
                </a:solidFill>
              </a:rPr>
              <a:t> of how closely listings are </a:t>
            </a:r>
            <a:r>
              <a:rPr lang="en" sz="1200">
                <a:solidFill>
                  <a:schemeClr val="dk1"/>
                </a:solidFill>
              </a:rPr>
              <a:t>selling </a:t>
            </a:r>
            <a:r>
              <a:rPr lang="en" sz="1200">
                <a:solidFill>
                  <a:schemeClr val="dk1"/>
                </a:solidFill>
              </a:rPr>
              <a:t>relative to their original selling price. A value of 1 indicates listings selling for their original price. </a:t>
            </a:r>
            <a:r>
              <a:rPr lang="en" sz="1200" u="sng">
                <a:solidFill>
                  <a:schemeClr val="dk1"/>
                </a:solidFill>
              </a:rPr>
              <a:t>4 of the 5 top markets have a median selling price greater than the median listing price</a:t>
            </a:r>
            <a:r>
              <a:rPr lang="en" sz="1200">
                <a:solidFill>
                  <a:schemeClr val="dk1"/>
                </a:solidFill>
              </a:rPr>
              <a:t>. </a:t>
            </a:r>
            <a:endParaRPr sz="1200">
              <a:solidFill>
                <a:schemeClr val="dk1"/>
              </a:solidFill>
            </a:endParaRPr>
          </a:p>
          <a:p>
            <a:pPr indent="-85343" lvl="0" marL="237743" rtl="0" algn="just">
              <a:spcBef>
                <a:spcPts val="1000"/>
              </a:spcBef>
              <a:spcAft>
                <a:spcPts val="0"/>
              </a:spcAft>
              <a:buClr>
                <a:schemeClr val="dk1"/>
              </a:buClr>
              <a:buSzPts val="1200"/>
              <a:buChar char="●"/>
            </a:pPr>
            <a:r>
              <a:rPr b="1" lang="en" sz="1200">
                <a:solidFill>
                  <a:schemeClr val="dk1"/>
                </a:solidFill>
              </a:rPr>
              <a:t>Closed Listings Rate</a:t>
            </a:r>
            <a:r>
              <a:rPr lang="en" sz="1200">
                <a:solidFill>
                  <a:schemeClr val="dk1"/>
                </a:solidFill>
              </a:rPr>
              <a:t>: The proportion of closed listings relative to the amount of listings on the market. All 5 markets have robust closing rate, indicating a large volume of sales.</a:t>
            </a:r>
            <a:endParaRPr sz="1200">
              <a:solidFill>
                <a:schemeClr val="dk1"/>
              </a:solidFill>
            </a:endParaRPr>
          </a:p>
          <a:p>
            <a:pPr indent="-85343" lvl="0" marL="237743" rtl="0" algn="just">
              <a:spcBef>
                <a:spcPts val="1000"/>
              </a:spcBef>
              <a:spcAft>
                <a:spcPts val="0"/>
              </a:spcAft>
              <a:buClr>
                <a:schemeClr val="dk1"/>
              </a:buClr>
              <a:buSzPts val="1200"/>
              <a:buChar char="●"/>
            </a:pPr>
            <a:r>
              <a:rPr b="1" lang="en" sz="1200">
                <a:solidFill>
                  <a:schemeClr val="dk1"/>
                </a:solidFill>
              </a:rPr>
              <a:t>Takeaway:</a:t>
            </a:r>
            <a:r>
              <a:rPr lang="en" sz="1200">
                <a:solidFill>
                  <a:schemeClr val="dk1"/>
                </a:solidFill>
              </a:rPr>
              <a:t> </a:t>
            </a:r>
            <a:r>
              <a:rPr lang="en" sz="1200" u="sng">
                <a:solidFill>
                  <a:schemeClr val="dk1"/>
                </a:solidFill>
              </a:rPr>
              <a:t>The best markets all have signals that indicate high levels of sales with quick turnaround times at higher prices</a:t>
            </a:r>
            <a:r>
              <a:rPr lang="en" sz="1200">
                <a:solidFill>
                  <a:schemeClr val="dk1"/>
                </a:solidFill>
              </a:rPr>
              <a:t>. These are likely the most desirable markets for Smiley.</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3"/>
          <p:cNvSpPr txBox="1"/>
          <p:nvPr>
            <p:ph type="title"/>
          </p:nvPr>
        </p:nvSpPr>
        <p:spPr>
          <a:xfrm>
            <a:off x="228600" y="80900"/>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Arial"/>
                <a:ea typeface="Arial"/>
                <a:cs typeface="Arial"/>
                <a:sym typeface="Arial"/>
              </a:rPr>
              <a:t>By comparison, the bottom 5 markets are weak in key metrics</a:t>
            </a:r>
            <a:endParaRPr sz="2300">
              <a:latin typeface="Arial"/>
              <a:ea typeface="Arial"/>
              <a:cs typeface="Arial"/>
              <a:sym typeface="Arial"/>
            </a:endParaRPr>
          </a:p>
        </p:txBody>
      </p:sp>
      <p:graphicFrame>
        <p:nvGraphicFramePr>
          <p:cNvPr id="373" name="Google Shape;373;p53"/>
          <p:cNvGraphicFramePr/>
          <p:nvPr/>
        </p:nvGraphicFramePr>
        <p:xfrm>
          <a:off x="406200" y="988750"/>
          <a:ext cx="3000000" cy="3000000"/>
        </p:xfrm>
        <a:graphic>
          <a:graphicData uri="http://schemas.openxmlformats.org/drawingml/2006/table">
            <a:tbl>
              <a:tblPr>
                <a:noFill/>
                <a:tableStyleId>{2778EE24-15B4-459F-893F-8742076DE2CD}</a:tableStyleId>
              </a:tblPr>
              <a:tblGrid>
                <a:gridCol w="327000"/>
                <a:gridCol w="1470500"/>
                <a:gridCol w="898750"/>
                <a:gridCol w="898750"/>
                <a:gridCol w="898750"/>
              </a:tblGrid>
              <a:tr h="381000">
                <a:tc>
                  <a:txBody>
                    <a:bodyPr/>
                    <a:lstStyle/>
                    <a:p>
                      <a:pPr indent="0" lvl="0" marL="0" rtl="0" algn="ctr">
                        <a:spcBef>
                          <a:spcPts val="0"/>
                        </a:spcBef>
                        <a:spcAft>
                          <a:spcPts val="0"/>
                        </a:spcAft>
                        <a:buNone/>
                      </a:pPr>
                      <a:r>
                        <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Market</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200"/>
                        <a:t>Days on Market (Median)</a:t>
                      </a:r>
                      <a:endParaRPr b="1"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200"/>
                        <a:t>Sale to List Ratio</a:t>
                      </a:r>
                      <a:endParaRPr b="1"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200"/>
                        <a:t>Closed Listings Rate</a:t>
                      </a:r>
                      <a:endParaRPr b="1"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1</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Phoenix, AZ</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71</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0.94</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0.27</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2</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San Antonio, TX</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83</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0.94</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0.13</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3</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Jacksonville, FL</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85</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0.98</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0.22</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4</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Austin, TX</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88</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0.91</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0.15</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5</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Miami, FL</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92</a:t>
                      </a:r>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0.94</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0.15</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74" name="Google Shape;374;p53"/>
          <p:cNvSpPr txBox="1"/>
          <p:nvPr/>
        </p:nvSpPr>
        <p:spPr>
          <a:xfrm>
            <a:off x="5181300" y="921250"/>
            <a:ext cx="3734100" cy="3512400"/>
          </a:xfrm>
          <a:prstGeom prst="rect">
            <a:avLst/>
          </a:prstGeom>
          <a:noFill/>
          <a:ln>
            <a:noFill/>
          </a:ln>
        </p:spPr>
        <p:txBody>
          <a:bodyPr anchorCtr="0" anchor="t" bIns="457200" lIns="91425" spcFirstLastPara="1" rIns="91425" wrap="square" tIns="91425">
            <a:noAutofit/>
          </a:bodyPr>
          <a:lstStyle/>
          <a:p>
            <a:pPr indent="-85343" lvl="0" marL="237743" rtl="0" algn="just">
              <a:spcBef>
                <a:spcPts val="0"/>
              </a:spcBef>
              <a:spcAft>
                <a:spcPts val="0"/>
              </a:spcAft>
              <a:buClr>
                <a:schemeClr val="dk1"/>
              </a:buClr>
              <a:buSzPts val="1200"/>
              <a:buChar char="●"/>
            </a:pPr>
            <a:r>
              <a:rPr b="1" lang="en" sz="1200">
                <a:solidFill>
                  <a:schemeClr val="dk1"/>
                </a:solidFill>
              </a:rPr>
              <a:t> </a:t>
            </a:r>
            <a:r>
              <a:rPr lang="en" sz="1200">
                <a:solidFill>
                  <a:schemeClr val="dk1"/>
                </a:solidFill>
              </a:rPr>
              <a:t>High median DOM is common for the bottom 5 markets, with Miami having a Median DOM of 3 months. </a:t>
            </a:r>
            <a:endParaRPr sz="1200">
              <a:solidFill>
                <a:schemeClr val="dk1"/>
              </a:solidFill>
            </a:endParaRPr>
          </a:p>
          <a:p>
            <a:pPr indent="-85343" lvl="0" marL="237743" rtl="0" algn="just">
              <a:spcBef>
                <a:spcPts val="1000"/>
              </a:spcBef>
              <a:spcAft>
                <a:spcPts val="0"/>
              </a:spcAft>
              <a:buClr>
                <a:schemeClr val="dk1"/>
              </a:buClr>
              <a:buSzPts val="1200"/>
              <a:buChar char="●"/>
            </a:pPr>
            <a:r>
              <a:rPr lang="en" sz="1200">
                <a:solidFill>
                  <a:schemeClr val="dk1"/>
                </a:solidFill>
              </a:rPr>
              <a:t> </a:t>
            </a:r>
            <a:r>
              <a:rPr lang="en" sz="1200" u="sng">
                <a:solidFill>
                  <a:schemeClr val="dk1"/>
                </a:solidFill>
              </a:rPr>
              <a:t>Sale to List Ratio for 4 of the 5 markets is low </a:t>
            </a:r>
            <a:r>
              <a:rPr lang="en" sz="1200" u="sng">
                <a:solidFill>
                  <a:schemeClr val="dk1"/>
                </a:solidFill>
              </a:rPr>
              <a:t>enough</a:t>
            </a:r>
            <a:r>
              <a:rPr lang="en" sz="1200" u="sng">
                <a:solidFill>
                  <a:schemeClr val="dk1"/>
                </a:solidFill>
              </a:rPr>
              <a:t> to indicate that </a:t>
            </a:r>
            <a:r>
              <a:rPr lang="en" sz="1200" u="sng">
                <a:solidFill>
                  <a:schemeClr val="dk1"/>
                </a:solidFill>
              </a:rPr>
              <a:t>discounts</a:t>
            </a:r>
            <a:r>
              <a:rPr lang="en" sz="1200" u="sng">
                <a:solidFill>
                  <a:schemeClr val="dk1"/>
                </a:solidFill>
              </a:rPr>
              <a:t> were required to sell a listing.</a:t>
            </a:r>
            <a:r>
              <a:rPr lang="en" sz="1200">
                <a:solidFill>
                  <a:schemeClr val="dk1"/>
                </a:solidFill>
              </a:rPr>
              <a:t> </a:t>
            </a:r>
            <a:r>
              <a:rPr lang="en" sz="1200">
                <a:solidFill>
                  <a:schemeClr val="dk1"/>
                </a:solidFill>
              </a:rPr>
              <a:t>Jacksonville’s Sale to List Ratio was equivalent to Seattle and indicates a close to original price for closing.</a:t>
            </a:r>
            <a:endParaRPr sz="1200">
              <a:solidFill>
                <a:schemeClr val="dk1"/>
              </a:solidFill>
            </a:endParaRPr>
          </a:p>
          <a:p>
            <a:pPr indent="-85343" lvl="0" marL="237743" rtl="0" algn="just">
              <a:spcBef>
                <a:spcPts val="1000"/>
              </a:spcBef>
              <a:spcAft>
                <a:spcPts val="0"/>
              </a:spcAft>
              <a:buClr>
                <a:schemeClr val="dk1"/>
              </a:buClr>
              <a:buSzPts val="1200"/>
              <a:buChar char="●"/>
            </a:pPr>
            <a:r>
              <a:rPr lang="en" sz="1200">
                <a:solidFill>
                  <a:schemeClr val="dk1"/>
                </a:solidFill>
              </a:rPr>
              <a:t> All 5 markets have a low closed listings rate, indicating low demand and/or high inventory</a:t>
            </a:r>
            <a:endParaRPr sz="1200">
              <a:solidFill>
                <a:schemeClr val="dk1"/>
              </a:solidFill>
            </a:endParaRPr>
          </a:p>
          <a:p>
            <a:pPr indent="-85343" lvl="0" marL="237743" rtl="0" algn="just">
              <a:spcBef>
                <a:spcPts val="1000"/>
              </a:spcBef>
              <a:spcAft>
                <a:spcPts val="1000"/>
              </a:spcAft>
              <a:buClr>
                <a:schemeClr val="dk1"/>
              </a:buClr>
              <a:buSzPts val="1200"/>
              <a:buChar char="●"/>
            </a:pPr>
            <a:r>
              <a:rPr b="1" lang="en" sz="1200">
                <a:solidFill>
                  <a:schemeClr val="dk1"/>
                </a:solidFill>
              </a:rPr>
              <a:t>Takeaway:</a:t>
            </a:r>
            <a:r>
              <a:rPr lang="en" sz="1200">
                <a:solidFill>
                  <a:schemeClr val="dk1"/>
                </a:solidFill>
              </a:rPr>
              <a:t> With high DOM and a low closed listing rate, the bottom 5 markets are struggling to sell listings.</a:t>
            </a:r>
            <a:endParaRPr sz="1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4"/>
          <p:cNvSpPr txBox="1"/>
          <p:nvPr>
            <p:ph type="title"/>
          </p:nvPr>
        </p:nvSpPr>
        <p:spPr>
          <a:xfrm>
            <a:off x="229450" y="164350"/>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latin typeface="Arial"/>
                <a:ea typeface="Arial"/>
                <a:cs typeface="Arial"/>
                <a:sym typeface="Arial"/>
              </a:rPr>
              <a:t>Notable trend: sale prices are dropping for most markets</a:t>
            </a:r>
            <a:endParaRPr sz="2500">
              <a:latin typeface="Arial"/>
              <a:ea typeface="Arial"/>
              <a:cs typeface="Arial"/>
              <a:sym typeface="Arial"/>
            </a:endParaRPr>
          </a:p>
        </p:txBody>
      </p:sp>
      <p:pic>
        <p:nvPicPr>
          <p:cNvPr id="380" name="Google Shape;380;p54"/>
          <p:cNvPicPr preferRelativeResize="0"/>
          <p:nvPr/>
        </p:nvPicPr>
        <p:blipFill>
          <a:blip r:embed="rId3">
            <a:alphaModFix/>
          </a:blip>
          <a:stretch>
            <a:fillRect/>
          </a:stretch>
        </p:blipFill>
        <p:spPr>
          <a:xfrm>
            <a:off x="229450" y="820099"/>
            <a:ext cx="5328901" cy="3648225"/>
          </a:xfrm>
          <a:prstGeom prst="rect">
            <a:avLst/>
          </a:prstGeom>
          <a:noFill/>
          <a:ln>
            <a:noFill/>
          </a:ln>
        </p:spPr>
      </p:pic>
      <p:sp>
        <p:nvSpPr>
          <p:cNvPr id="381" name="Google Shape;381;p54"/>
          <p:cNvSpPr txBox="1"/>
          <p:nvPr/>
        </p:nvSpPr>
        <p:spPr>
          <a:xfrm>
            <a:off x="5955300" y="888013"/>
            <a:ext cx="2960100" cy="3512400"/>
          </a:xfrm>
          <a:prstGeom prst="rect">
            <a:avLst/>
          </a:prstGeom>
          <a:noFill/>
          <a:ln>
            <a:noFill/>
          </a:ln>
        </p:spPr>
        <p:txBody>
          <a:bodyPr anchorCtr="0" anchor="t" bIns="457200" lIns="91425" spcFirstLastPara="1" rIns="91425" wrap="square" tIns="91425">
            <a:noAutofit/>
          </a:bodyPr>
          <a:lstStyle/>
          <a:p>
            <a:pPr indent="-304800" lvl="0" marL="457200" rtl="0" algn="just">
              <a:spcBef>
                <a:spcPts val="0"/>
              </a:spcBef>
              <a:spcAft>
                <a:spcPts val="0"/>
              </a:spcAft>
              <a:buClr>
                <a:schemeClr val="dk1"/>
              </a:buClr>
              <a:buSzPts val="1200"/>
              <a:buChar char="●"/>
            </a:pPr>
            <a:r>
              <a:rPr lang="en" sz="1200">
                <a:solidFill>
                  <a:schemeClr val="dk1"/>
                </a:solidFill>
              </a:rPr>
              <a:t>75% of markets (black dots) have a sale to list ratio of under 1, indicating that the median listing is increasingly selling for under the original price.</a:t>
            </a:r>
            <a:endParaRPr sz="1200">
              <a:solidFill>
                <a:schemeClr val="dk1"/>
              </a:solidFill>
            </a:endParaRPr>
          </a:p>
          <a:p>
            <a:pPr indent="0" lvl="0" marL="457200" rtl="0" algn="just">
              <a:spcBef>
                <a:spcPts val="0"/>
              </a:spcBef>
              <a:spcAft>
                <a:spcPts val="0"/>
              </a:spcAft>
              <a:buNone/>
            </a:pPr>
            <a:r>
              <a:t/>
            </a:r>
            <a:endParaRPr sz="1200">
              <a:solidFill>
                <a:schemeClr val="dk1"/>
              </a:solidFill>
            </a:endParaRPr>
          </a:p>
          <a:p>
            <a:pPr indent="-304800" lvl="0" marL="457200" rtl="0" algn="just">
              <a:spcBef>
                <a:spcPts val="0"/>
              </a:spcBef>
              <a:spcAft>
                <a:spcPts val="0"/>
              </a:spcAft>
              <a:buClr>
                <a:schemeClr val="dk1"/>
              </a:buClr>
              <a:buSzPts val="1200"/>
              <a:buChar char="●"/>
            </a:pPr>
            <a:r>
              <a:rPr lang="en" sz="1200">
                <a:solidFill>
                  <a:schemeClr val="dk1"/>
                </a:solidFill>
              </a:rPr>
              <a:t>More research is needed to determine if this is an emerging trend or following historic patterns, as well as whether other factors are at play for the reduced sale to list ratio.</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cxnSp>
        <p:nvCxnSpPr>
          <p:cNvPr id="382" name="Google Shape;382;p54"/>
          <p:cNvCxnSpPr/>
          <p:nvPr/>
        </p:nvCxnSpPr>
        <p:spPr>
          <a:xfrm flipH="1">
            <a:off x="2366925" y="1175875"/>
            <a:ext cx="3982800" cy="864900"/>
          </a:xfrm>
          <a:prstGeom prst="straightConnector1">
            <a:avLst/>
          </a:prstGeom>
          <a:noFill/>
          <a:ln cap="flat" cmpd="sng" w="38100">
            <a:solidFill>
              <a:srgbClr val="FF0000"/>
            </a:solidFill>
            <a:prstDash val="solid"/>
            <a:round/>
            <a:headEnd len="med" w="med" type="none"/>
            <a:tailEnd len="med" w="med" type="triangle"/>
          </a:ln>
        </p:spPr>
      </p:cxnSp>
      <p:sp>
        <p:nvSpPr>
          <p:cNvPr id="383" name="Google Shape;383;p54"/>
          <p:cNvSpPr/>
          <p:nvPr/>
        </p:nvSpPr>
        <p:spPr>
          <a:xfrm>
            <a:off x="424825" y="2048275"/>
            <a:ext cx="1843500" cy="978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wun Batang"/>
              <a:ea typeface="Gowun Batang"/>
              <a:cs typeface="Gowun Batang"/>
              <a:sym typeface="Gowun Batang"/>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5"/>
          <p:cNvSpPr txBox="1"/>
          <p:nvPr>
            <p:ph type="title"/>
          </p:nvPr>
        </p:nvSpPr>
        <p:spPr>
          <a:xfrm>
            <a:off x="225750" y="447600"/>
            <a:ext cx="8692500" cy="4236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Arial"/>
                <a:ea typeface="Arial"/>
                <a:cs typeface="Arial"/>
                <a:sym typeface="Arial"/>
              </a:rPr>
              <a:t>Best Agents</a:t>
            </a:r>
            <a:endParaRPr>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6"/>
          <p:cNvSpPr txBox="1"/>
          <p:nvPr>
            <p:ph type="title"/>
          </p:nvPr>
        </p:nvSpPr>
        <p:spPr>
          <a:xfrm>
            <a:off x="228600" y="80900"/>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Arial"/>
                <a:ea typeface="Arial"/>
                <a:cs typeface="Arial"/>
                <a:sym typeface="Arial"/>
              </a:rPr>
              <a:t>Multiple metrics have to be balanced to determine the top agent in each market</a:t>
            </a:r>
            <a:endParaRPr sz="2300">
              <a:latin typeface="Arial"/>
              <a:ea typeface="Arial"/>
              <a:cs typeface="Arial"/>
              <a:sym typeface="Arial"/>
            </a:endParaRPr>
          </a:p>
        </p:txBody>
      </p:sp>
      <p:sp>
        <p:nvSpPr>
          <p:cNvPr id="394" name="Google Shape;394;p56"/>
          <p:cNvSpPr txBox="1"/>
          <p:nvPr/>
        </p:nvSpPr>
        <p:spPr>
          <a:xfrm>
            <a:off x="273100" y="913650"/>
            <a:ext cx="8513400" cy="3694200"/>
          </a:xfrm>
          <a:prstGeom prst="rect">
            <a:avLst/>
          </a:prstGeom>
          <a:noFill/>
          <a:ln>
            <a:noFill/>
          </a:ln>
        </p:spPr>
        <p:txBody>
          <a:bodyPr anchorCtr="0" anchor="t" bIns="91425" lIns="91425" spcFirstLastPara="1" rIns="91425" wrap="square" tIns="91425">
            <a:noAutofit/>
          </a:bodyPr>
          <a:lstStyle/>
          <a:p>
            <a:pPr indent="-78993" lvl="0" marL="237743" rtl="0" algn="just">
              <a:lnSpc>
                <a:spcPct val="100000"/>
              </a:lnSpc>
              <a:spcBef>
                <a:spcPts val="0"/>
              </a:spcBef>
              <a:spcAft>
                <a:spcPts val="0"/>
              </a:spcAft>
              <a:buClr>
                <a:schemeClr val="dk1"/>
              </a:buClr>
              <a:buSzPts val="1100"/>
              <a:buChar char="●"/>
            </a:pPr>
            <a:r>
              <a:rPr lang="en" sz="1100">
                <a:solidFill>
                  <a:schemeClr val="dk1"/>
                </a:solidFill>
              </a:rPr>
              <a:t> Three metrics can be identified within agent performance data that can identify the top performing agent for a given market:</a:t>
            </a:r>
            <a:endParaRPr sz="1100">
              <a:solidFill>
                <a:schemeClr val="dk1"/>
              </a:solidFill>
            </a:endParaRPr>
          </a:p>
          <a:p>
            <a:pPr indent="-298450" lvl="1" marL="914400" rtl="0" algn="just">
              <a:lnSpc>
                <a:spcPct val="100000"/>
              </a:lnSpc>
              <a:spcBef>
                <a:spcPts val="1000"/>
              </a:spcBef>
              <a:spcAft>
                <a:spcPts val="0"/>
              </a:spcAft>
              <a:buClr>
                <a:schemeClr val="dk1"/>
              </a:buClr>
              <a:buSzPts val="1100"/>
              <a:buChar char="○"/>
            </a:pPr>
            <a:r>
              <a:rPr b="1" lang="en" sz="1100">
                <a:solidFill>
                  <a:schemeClr val="dk1"/>
                </a:solidFill>
              </a:rPr>
              <a:t>Total Closing Ratio: </a:t>
            </a:r>
            <a:r>
              <a:rPr lang="en" sz="1100">
                <a:solidFill>
                  <a:schemeClr val="accent1"/>
                </a:solidFill>
              </a:rPr>
              <a:t>The proportion of customers that resulted in a closed deal for the agent. </a:t>
            </a:r>
            <a:endParaRPr sz="1100">
              <a:solidFill>
                <a:schemeClr val="accent1"/>
              </a:solidFill>
            </a:endParaRPr>
          </a:p>
          <a:p>
            <a:pPr indent="-298450" lvl="2" marL="1371600" rtl="0" algn="just">
              <a:lnSpc>
                <a:spcPct val="100000"/>
              </a:lnSpc>
              <a:spcBef>
                <a:spcPts val="1000"/>
              </a:spcBef>
              <a:spcAft>
                <a:spcPts val="0"/>
              </a:spcAft>
              <a:buClr>
                <a:schemeClr val="dk1"/>
              </a:buClr>
              <a:buSzPts val="1100"/>
              <a:buChar char="■"/>
            </a:pPr>
            <a:r>
              <a:rPr lang="en" sz="1100">
                <a:solidFill>
                  <a:schemeClr val="accent1"/>
                </a:solidFill>
              </a:rPr>
              <a:t>Comparing the absolute number of closed deals between agents is not a reliable estimator given the differences in the amount of customers assigned per agent. Calculating the proportion of customers that led to a closed deal is a more effective way to determine agent effectiveness without dealing with outliers in customer counts.</a:t>
            </a:r>
            <a:endParaRPr sz="1100">
              <a:solidFill>
                <a:schemeClr val="accent1"/>
              </a:solidFill>
            </a:endParaRPr>
          </a:p>
          <a:p>
            <a:pPr indent="-298450" lvl="1" marL="914400" rtl="0" algn="just">
              <a:lnSpc>
                <a:spcPct val="100000"/>
              </a:lnSpc>
              <a:spcBef>
                <a:spcPts val="1000"/>
              </a:spcBef>
              <a:spcAft>
                <a:spcPts val="0"/>
              </a:spcAft>
              <a:buClr>
                <a:schemeClr val="accent1"/>
              </a:buClr>
              <a:buSzPts val="1100"/>
              <a:buChar char="○"/>
            </a:pPr>
            <a:r>
              <a:rPr b="1" lang="en" sz="1100">
                <a:solidFill>
                  <a:schemeClr val="accent1"/>
                </a:solidFill>
              </a:rPr>
              <a:t>Weighted Average Customer Rating: </a:t>
            </a:r>
            <a:r>
              <a:rPr lang="en" sz="1100">
                <a:solidFill>
                  <a:schemeClr val="accent1"/>
                </a:solidFill>
              </a:rPr>
              <a:t>The average customer rating of an agent weighted by average number of ratings. </a:t>
            </a:r>
            <a:endParaRPr sz="1100">
              <a:solidFill>
                <a:schemeClr val="accent1"/>
              </a:solidFill>
            </a:endParaRPr>
          </a:p>
          <a:p>
            <a:pPr indent="-298450" lvl="2" marL="1371600" rtl="0" algn="just">
              <a:lnSpc>
                <a:spcPct val="100000"/>
              </a:lnSpc>
              <a:spcBef>
                <a:spcPts val="1000"/>
              </a:spcBef>
              <a:spcAft>
                <a:spcPts val="0"/>
              </a:spcAft>
              <a:buClr>
                <a:schemeClr val="accent1"/>
              </a:buClr>
              <a:buSzPts val="1100"/>
              <a:buChar char="■"/>
            </a:pPr>
            <a:r>
              <a:rPr lang="en" sz="1100">
                <a:solidFill>
                  <a:schemeClr val="accent1"/>
                </a:solidFill>
              </a:rPr>
              <a:t>As the total number of customer ratings can vary significantly, a scenario could emerge where an agent with 1 rating has an average of 5.0 while another agent with 18 ratings has an average of 4.85. Bayesian shrinkage weighs agents with </a:t>
            </a:r>
            <a:r>
              <a:rPr lang="en" sz="1100">
                <a:solidFill>
                  <a:schemeClr val="accent1"/>
                </a:solidFill>
              </a:rPr>
              <a:t>fewer</a:t>
            </a:r>
            <a:r>
              <a:rPr lang="en" sz="1100">
                <a:solidFill>
                  <a:schemeClr val="accent1"/>
                </a:solidFill>
              </a:rPr>
              <a:t> </a:t>
            </a:r>
            <a:r>
              <a:rPr lang="en" sz="1100">
                <a:solidFill>
                  <a:schemeClr val="accent1"/>
                </a:solidFill>
              </a:rPr>
              <a:t>reviewers</a:t>
            </a:r>
            <a:r>
              <a:rPr lang="en" sz="1100">
                <a:solidFill>
                  <a:schemeClr val="accent1"/>
                </a:solidFill>
              </a:rPr>
              <a:t> closer to the global average rating, reducing the impact of outliers that can distort ratings.</a:t>
            </a:r>
            <a:endParaRPr sz="1100">
              <a:solidFill>
                <a:schemeClr val="accent1"/>
              </a:solidFill>
            </a:endParaRPr>
          </a:p>
          <a:p>
            <a:pPr indent="-298450" lvl="1" marL="914400" rtl="0" algn="just">
              <a:lnSpc>
                <a:spcPct val="100000"/>
              </a:lnSpc>
              <a:spcBef>
                <a:spcPts val="1000"/>
              </a:spcBef>
              <a:spcAft>
                <a:spcPts val="0"/>
              </a:spcAft>
              <a:buClr>
                <a:schemeClr val="accent1"/>
              </a:buClr>
              <a:buSzPts val="1100"/>
              <a:buChar char="○"/>
            </a:pPr>
            <a:r>
              <a:rPr b="1" lang="en" sz="1100">
                <a:solidFill>
                  <a:schemeClr val="accent1"/>
                </a:solidFill>
              </a:rPr>
              <a:t>Combined Average Rank: </a:t>
            </a:r>
            <a:r>
              <a:rPr lang="en" sz="1100">
                <a:solidFill>
                  <a:schemeClr val="accent1"/>
                </a:solidFill>
              </a:rPr>
              <a:t>The average from ranking Total Closing Ratio and Weighted Average Customer Rating. </a:t>
            </a:r>
            <a:endParaRPr sz="1100">
              <a:solidFill>
                <a:schemeClr val="accent1"/>
              </a:solidFill>
            </a:endParaRPr>
          </a:p>
          <a:p>
            <a:pPr indent="-298450" lvl="2" marL="1371600" rtl="0" algn="just">
              <a:lnSpc>
                <a:spcPct val="100000"/>
              </a:lnSpc>
              <a:spcBef>
                <a:spcPts val="1000"/>
              </a:spcBef>
              <a:spcAft>
                <a:spcPts val="0"/>
              </a:spcAft>
              <a:buClr>
                <a:schemeClr val="accent1"/>
              </a:buClr>
              <a:buSzPts val="1100"/>
              <a:buChar char="■"/>
            </a:pPr>
            <a:r>
              <a:rPr lang="en" sz="1100">
                <a:solidFill>
                  <a:schemeClr val="accent1"/>
                </a:solidFill>
              </a:rPr>
              <a:t>Agents with the highest value in Total Closing Ratio and Weighted Average Customer Rating have a rank of 1, with lower ratings have higher values. The average rank of agents in a market determines who the top performing agent is.</a:t>
            </a:r>
            <a:endParaRPr sz="1100">
              <a:solidFill>
                <a:schemeClr val="accent1"/>
              </a:solidFill>
            </a:endParaRPr>
          </a:p>
          <a:p>
            <a:pPr indent="0" lvl="0" marL="914400" rtl="0" algn="l">
              <a:lnSpc>
                <a:spcPct val="100000"/>
              </a:lnSpc>
              <a:spcBef>
                <a:spcPts val="1000"/>
              </a:spcBef>
              <a:spcAft>
                <a:spcPts val="0"/>
              </a:spcAft>
              <a:buNone/>
            </a:pPr>
            <a:r>
              <a:t/>
            </a:r>
            <a:endParaRPr b="1" sz="1200">
              <a:solidFill>
                <a:schemeClr val="accent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7"/>
          <p:cNvSpPr txBox="1"/>
          <p:nvPr>
            <p:ph type="title"/>
          </p:nvPr>
        </p:nvSpPr>
        <p:spPr>
          <a:xfrm>
            <a:off x="228600" y="80900"/>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Arial"/>
                <a:ea typeface="Arial"/>
                <a:cs typeface="Arial"/>
                <a:sym typeface="Arial"/>
              </a:rPr>
              <a:t>Top agent for the first 10 markets alphabetically*</a:t>
            </a:r>
            <a:endParaRPr sz="2300">
              <a:latin typeface="Arial"/>
              <a:ea typeface="Arial"/>
              <a:cs typeface="Arial"/>
              <a:sym typeface="Arial"/>
            </a:endParaRPr>
          </a:p>
        </p:txBody>
      </p:sp>
      <p:pic>
        <p:nvPicPr>
          <p:cNvPr id="400" name="Google Shape;400;p57"/>
          <p:cNvPicPr preferRelativeResize="0"/>
          <p:nvPr/>
        </p:nvPicPr>
        <p:blipFill>
          <a:blip r:embed="rId3">
            <a:alphaModFix/>
          </a:blip>
          <a:stretch>
            <a:fillRect/>
          </a:stretch>
        </p:blipFill>
        <p:spPr>
          <a:xfrm>
            <a:off x="1139250" y="566300"/>
            <a:ext cx="6689799" cy="3804849"/>
          </a:xfrm>
          <a:prstGeom prst="rect">
            <a:avLst/>
          </a:prstGeom>
          <a:noFill/>
          <a:ln>
            <a:noFill/>
          </a:ln>
        </p:spPr>
      </p:pic>
      <p:sp>
        <p:nvSpPr>
          <p:cNvPr id="401" name="Google Shape;401;p57"/>
          <p:cNvSpPr txBox="1"/>
          <p:nvPr/>
        </p:nvSpPr>
        <p:spPr>
          <a:xfrm>
            <a:off x="1648650" y="4734525"/>
            <a:ext cx="27438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accent1"/>
                </a:solidFill>
              </a:rPr>
              <a:t>Global Average Closed List Ratio: </a:t>
            </a:r>
            <a:r>
              <a:rPr lang="en" sz="1000">
                <a:solidFill>
                  <a:schemeClr val="accent1"/>
                </a:solidFill>
              </a:rPr>
              <a:t>25%</a:t>
            </a:r>
            <a:endParaRPr sz="1200"/>
          </a:p>
        </p:txBody>
      </p:sp>
      <p:sp>
        <p:nvSpPr>
          <p:cNvPr id="402" name="Google Shape;402;p57"/>
          <p:cNvSpPr txBox="1"/>
          <p:nvPr/>
        </p:nvSpPr>
        <p:spPr>
          <a:xfrm>
            <a:off x="4977275" y="4734525"/>
            <a:ext cx="25332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accent1"/>
                </a:solidFill>
              </a:rPr>
              <a:t>Global Average Customer Rating:</a:t>
            </a:r>
            <a:r>
              <a:rPr lang="en" sz="1000">
                <a:solidFill>
                  <a:schemeClr val="accent1"/>
                </a:solidFill>
              </a:rPr>
              <a:t> 4.00</a:t>
            </a:r>
            <a:endParaRPr sz="1200">
              <a:solidFill>
                <a:schemeClr val="accent1"/>
              </a:solidFill>
            </a:endParaRPr>
          </a:p>
        </p:txBody>
      </p:sp>
      <p:sp>
        <p:nvSpPr>
          <p:cNvPr id="403" name="Google Shape;403;p57"/>
          <p:cNvSpPr txBox="1"/>
          <p:nvPr/>
        </p:nvSpPr>
        <p:spPr>
          <a:xfrm>
            <a:off x="228600" y="4371150"/>
            <a:ext cx="27438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900">
                <a:solidFill>
                  <a:schemeClr val="accent1"/>
                </a:solidFill>
              </a:rPr>
              <a:t>* see appendix for full list of agents</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58"/>
          <p:cNvSpPr txBox="1"/>
          <p:nvPr>
            <p:ph type="title"/>
          </p:nvPr>
        </p:nvSpPr>
        <p:spPr>
          <a:xfrm>
            <a:off x="228600" y="80900"/>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Arial"/>
                <a:ea typeface="Arial"/>
                <a:cs typeface="Arial"/>
                <a:sym typeface="Arial"/>
              </a:rPr>
              <a:t>Sampling the first 10 top agents reveals what makes a top agent the best</a:t>
            </a:r>
            <a:endParaRPr sz="2300">
              <a:latin typeface="Arial"/>
              <a:ea typeface="Arial"/>
              <a:cs typeface="Arial"/>
              <a:sym typeface="Arial"/>
            </a:endParaRPr>
          </a:p>
        </p:txBody>
      </p:sp>
      <p:sp>
        <p:nvSpPr>
          <p:cNvPr id="409" name="Google Shape;409;p58"/>
          <p:cNvSpPr txBox="1"/>
          <p:nvPr/>
        </p:nvSpPr>
        <p:spPr>
          <a:xfrm>
            <a:off x="273100" y="913650"/>
            <a:ext cx="8513400" cy="3694200"/>
          </a:xfrm>
          <a:prstGeom prst="rect">
            <a:avLst/>
          </a:prstGeom>
          <a:noFill/>
          <a:ln>
            <a:noFill/>
          </a:ln>
        </p:spPr>
        <p:txBody>
          <a:bodyPr anchorCtr="0" anchor="t" bIns="91425" lIns="91425" spcFirstLastPara="1" rIns="91425" wrap="square" tIns="91425">
            <a:noAutofit/>
          </a:bodyPr>
          <a:lstStyle/>
          <a:p>
            <a:pPr indent="-304800" lvl="0" marL="457200" rtl="0" algn="just">
              <a:lnSpc>
                <a:spcPct val="115000"/>
              </a:lnSpc>
              <a:spcBef>
                <a:spcPts val="0"/>
              </a:spcBef>
              <a:spcAft>
                <a:spcPts val="0"/>
              </a:spcAft>
              <a:buClr>
                <a:schemeClr val="accent1"/>
              </a:buClr>
              <a:buSzPts val="1200"/>
              <a:buChar char="●"/>
            </a:pPr>
            <a:r>
              <a:rPr lang="en" sz="1200">
                <a:solidFill>
                  <a:schemeClr val="accent1"/>
                </a:solidFill>
              </a:rPr>
              <a:t>The top agent in a given market is someone who does well in </a:t>
            </a:r>
            <a:r>
              <a:rPr lang="en" sz="1200" u="sng">
                <a:solidFill>
                  <a:schemeClr val="accent1"/>
                </a:solidFill>
              </a:rPr>
              <a:t>both converting customers to closed deals and in customer ratings</a:t>
            </a:r>
            <a:r>
              <a:rPr lang="en" sz="1200">
                <a:solidFill>
                  <a:schemeClr val="accent1"/>
                </a:solidFill>
              </a:rPr>
              <a:t>. While there might be an agent who has a higher number of closed listings or a higher average rating, top agents achieve a balance others don’t and keep their overall performance high without letting anything slip. </a:t>
            </a:r>
            <a:endParaRPr sz="1200">
              <a:solidFill>
                <a:schemeClr val="accent1"/>
              </a:solidFill>
            </a:endParaRPr>
          </a:p>
          <a:p>
            <a:pPr indent="-304800" lvl="0" marL="457200" rtl="0" algn="just">
              <a:lnSpc>
                <a:spcPct val="115000"/>
              </a:lnSpc>
              <a:spcBef>
                <a:spcPts val="1000"/>
              </a:spcBef>
              <a:spcAft>
                <a:spcPts val="0"/>
              </a:spcAft>
              <a:buClr>
                <a:schemeClr val="accent1"/>
              </a:buClr>
              <a:buSzPts val="1200"/>
              <a:buChar char="●"/>
            </a:pPr>
            <a:r>
              <a:rPr lang="en" sz="1200">
                <a:solidFill>
                  <a:schemeClr val="accent1"/>
                </a:solidFill>
              </a:rPr>
              <a:t>Example:</a:t>
            </a:r>
            <a:endParaRPr sz="1200">
              <a:solidFill>
                <a:schemeClr val="accent1"/>
              </a:solidFill>
            </a:endParaRPr>
          </a:p>
          <a:p>
            <a:pPr indent="-304800" lvl="1" marL="914400" rtl="0" algn="just">
              <a:lnSpc>
                <a:spcPct val="115000"/>
              </a:lnSpc>
              <a:spcBef>
                <a:spcPts val="1000"/>
              </a:spcBef>
              <a:spcAft>
                <a:spcPts val="0"/>
              </a:spcAft>
              <a:buClr>
                <a:schemeClr val="accent1"/>
              </a:buClr>
              <a:buSzPts val="1200"/>
              <a:buChar char="○"/>
            </a:pPr>
            <a:r>
              <a:rPr lang="en" sz="1200">
                <a:solidFill>
                  <a:schemeClr val="accent1"/>
                </a:solidFill>
              </a:rPr>
              <a:t>Individual top agents either approach or exceed the global average closed listings ratio (25%) and global average customer rating (4.00) </a:t>
            </a:r>
            <a:r>
              <a:rPr lang="en" sz="1200">
                <a:solidFill>
                  <a:schemeClr val="accent1"/>
                </a:solidFill>
              </a:rPr>
              <a:t>compared</a:t>
            </a:r>
            <a:r>
              <a:rPr lang="en" sz="1200">
                <a:solidFill>
                  <a:schemeClr val="accent1"/>
                </a:solidFill>
              </a:rPr>
              <a:t> to their in-market peers. </a:t>
            </a:r>
            <a:endParaRPr sz="1200">
              <a:solidFill>
                <a:schemeClr val="accent1"/>
              </a:solidFill>
            </a:endParaRPr>
          </a:p>
          <a:p>
            <a:pPr indent="-304800" lvl="1" marL="914400" rtl="0" algn="just">
              <a:lnSpc>
                <a:spcPct val="115000"/>
              </a:lnSpc>
              <a:spcBef>
                <a:spcPts val="1000"/>
              </a:spcBef>
              <a:spcAft>
                <a:spcPts val="0"/>
              </a:spcAft>
              <a:buClr>
                <a:schemeClr val="accent1"/>
              </a:buClr>
              <a:buSzPts val="1200"/>
              <a:buChar char="○"/>
            </a:pPr>
            <a:r>
              <a:rPr lang="en" sz="1200">
                <a:solidFill>
                  <a:schemeClr val="accent1"/>
                </a:solidFill>
              </a:rPr>
              <a:t>An agent who might have a lower than average value in one metric is boosted by a stronger value elsewhere, though within their market they would still be the best performer. </a:t>
            </a:r>
            <a:endParaRPr sz="1200">
              <a:solidFill>
                <a:schemeClr val="accent1"/>
              </a:solidFill>
            </a:endParaRPr>
          </a:p>
          <a:p>
            <a:pPr indent="-304800" lvl="0" marL="457200" rtl="0" algn="just">
              <a:lnSpc>
                <a:spcPct val="115000"/>
              </a:lnSpc>
              <a:spcBef>
                <a:spcPts val="1000"/>
              </a:spcBef>
              <a:spcAft>
                <a:spcPts val="1000"/>
              </a:spcAft>
              <a:buClr>
                <a:schemeClr val="accent1"/>
              </a:buClr>
              <a:buSzPts val="1200"/>
              <a:buChar char="●"/>
            </a:pPr>
            <a:r>
              <a:rPr lang="en" sz="1200">
                <a:solidFill>
                  <a:schemeClr val="accent1"/>
                </a:solidFill>
              </a:rPr>
              <a:t>Relationship between both metrics makes intuitive sense. It is unlikely that an agent with poor customer ratings would have a similarly high </a:t>
            </a:r>
            <a:r>
              <a:rPr lang="en" sz="1200">
                <a:solidFill>
                  <a:schemeClr val="accent1"/>
                </a:solidFill>
              </a:rPr>
              <a:t>closed</a:t>
            </a:r>
            <a:r>
              <a:rPr lang="en" sz="1200">
                <a:solidFill>
                  <a:schemeClr val="accent1"/>
                </a:solidFill>
              </a:rPr>
              <a:t> list ratio. </a:t>
            </a:r>
            <a:r>
              <a:rPr lang="en" sz="1200" u="sng">
                <a:solidFill>
                  <a:schemeClr val="accent1"/>
                </a:solidFill>
              </a:rPr>
              <a:t>Balancing both is critical to be a top agent.</a:t>
            </a:r>
            <a:r>
              <a:rPr lang="en" sz="1200">
                <a:solidFill>
                  <a:schemeClr val="accent1"/>
                </a:solidFill>
              </a:rPr>
              <a:t> </a:t>
            </a:r>
            <a:endParaRPr sz="1200">
              <a:solidFill>
                <a:schemeClr val="accen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9"/>
          <p:cNvSpPr txBox="1"/>
          <p:nvPr>
            <p:ph type="title"/>
          </p:nvPr>
        </p:nvSpPr>
        <p:spPr>
          <a:xfrm>
            <a:off x="225750" y="356550"/>
            <a:ext cx="8692500" cy="432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Arial"/>
                <a:ea typeface="Arial"/>
                <a:cs typeface="Arial"/>
                <a:sym typeface="Arial"/>
              </a:rPr>
              <a:t>Area for Growth</a:t>
            </a:r>
            <a:endParaRPr>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0"/>
          <p:cNvSpPr txBox="1"/>
          <p:nvPr>
            <p:ph type="title"/>
          </p:nvPr>
        </p:nvSpPr>
        <p:spPr>
          <a:xfrm>
            <a:off x="228600" y="80900"/>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Arial"/>
                <a:ea typeface="Arial"/>
                <a:cs typeface="Arial"/>
                <a:sym typeface="Arial"/>
              </a:rPr>
              <a:t>Comparing call logs to closed listings has potential for revealing new strategies</a:t>
            </a:r>
            <a:endParaRPr sz="2300">
              <a:latin typeface="Arial"/>
              <a:ea typeface="Arial"/>
              <a:cs typeface="Arial"/>
              <a:sym typeface="Arial"/>
            </a:endParaRPr>
          </a:p>
        </p:txBody>
      </p:sp>
      <p:graphicFrame>
        <p:nvGraphicFramePr>
          <p:cNvPr id="420" name="Google Shape;420;p60"/>
          <p:cNvGraphicFramePr/>
          <p:nvPr/>
        </p:nvGraphicFramePr>
        <p:xfrm>
          <a:off x="406200" y="988750"/>
          <a:ext cx="3000000" cy="3000000"/>
        </p:xfrm>
        <a:graphic>
          <a:graphicData uri="http://schemas.openxmlformats.org/drawingml/2006/table">
            <a:tbl>
              <a:tblPr>
                <a:noFill/>
                <a:tableStyleId>{2778EE24-15B4-459F-893F-8742076DE2CD}</a:tableStyleId>
              </a:tblPr>
              <a:tblGrid>
                <a:gridCol w="1328250"/>
                <a:gridCol w="1380825"/>
                <a:gridCol w="1456700"/>
              </a:tblGrid>
              <a:tr h="381000">
                <a:tc>
                  <a:txBody>
                    <a:bodyPr/>
                    <a:lstStyle/>
                    <a:p>
                      <a:pPr indent="0" lvl="0" marL="0" rtl="0" algn="ctr">
                        <a:spcBef>
                          <a:spcPts val="0"/>
                        </a:spcBef>
                        <a:spcAft>
                          <a:spcPts val="0"/>
                        </a:spcAft>
                        <a:buNone/>
                      </a:pPr>
                      <a:r>
                        <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Unique Customer Calls (by Market)</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Number of Closed Listings (by Market)</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Minimum Value</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929</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237</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25% Percentile</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977</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273</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50% Percentile</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1003</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282</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75% Percentile</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1025</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294</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Max Value</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1061</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323</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Average Value</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1000</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283</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421" name="Google Shape;421;p60"/>
          <p:cNvSpPr txBox="1"/>
          <p:nvPr/>
        </p:nvSpPr>
        <p:spPr>
          <a:xfrm>
            <a:off x="5067500" y="928850"/>
            <a:ext cx="3734100" cy="3512400"/>
          </a:xfrm>
          <a:prstGeom prst="rect">
            <a:avLst/>
          </a:prstGeom>
          <a:noFill/>
          <a:ln>
            <a:noFill/>
          </a:ln>
        </p:spPr>
        <p:txBody>
          <a:bodyPr anchorCtr="0" anchor="t" bIns="457200" lIns="91425" spcFirstLastPara="1" rIns="91425" wrap="square" tIns="91425">
            <a:noAutofit/>
          </a:bodyPr>
          <a:lstStyle/>
          <a:p>
            <a:pPr indent="-85343" lvl="0" marL="237743" rtl="0" algn="just">
              <a:spcBef>
                <a:spcPts val="0"/>
              </a:spcBef>
              <a:spcAft>
                <a:spcPts val="0"/>
              </a:spcAft>
              <a:buClr>
                <a:schemeClr val="dk1"/>
              </a:buClr>
              <a:buSzPts val="1200"/>
              <a:buChar char="●"/>
            </a:pPr>
            <a:r>
              <a:rPr lang="en" sz="1200">
                <a:solidFill>
                  <a:schemeClr val="dk1"/>
                </a:solidFill>
              </a:rPr>
              <a:t> On average, markets have had 1000 unique </a:t>
            </a:r>
            <a:r>
              <a:rPr lang="en" sz="1200">
                <a:solidFill>
                  <a:schemeClr val="dk1"/>
                </a:solidFill>
              </a:rPr>
              <a:t>customers</a:t>
            </a:r>
            <a:r>
              <a:rPr lang="en" sz="1200">
                <a:solidFill>
                  <a:schemeClr val="dk1"/>
                </a:solidFill>
              </a:rPr>
              <a:t> calling and 283 closed listings for 2025.</a:t>
            </a:r>
            <a:endParaRPr sz="1200">
              <a:solidFill>
                <a:schemeClr val="dk1"/>
              </a:solidFill>
            </a:endParaRPr>
          </a:p>
          <a:p>
            <a:pPr indent="-304800" lvl="1" marL="914400" rtl="0" algn="just">
              <a:spcBef>
                <a:spcPts val="1000"/>
              </a:spcBef>
              <a:spcAft>
                <a:spcPts val="0"/>
              </a:spcAft>
              <a:buClr>
                <a:schemeClr val="dk1"/>
              </a:buClr>
              <a:buSzPts val="1200"/>
              <a:buChar char="○"/>
            </a:pPr>
            <a:r>
              <a:rPr lang="en" sz="1200">
                <a:solidFill>
                  <a:schemeClr val="dk1"/>
                </a:solidFill>
              </a:rPr>
              <a:t>At a glance, markets with high call activity can be associated with a higher amount of closed listings, but there are exceptions.</a:t>
            </a:r>
            <a:endParaRPr sz="1200">
              <a:solidFill>
                <a:schemeClr val="dk1"/>
              </a:solidFill>
            </a:endParaRPr>
          </a:p>
          <a:p>
            <a:pPr indent="-304800" lvl="1" marL="914400" rtl="0" algn="just">
              <a:spcBef>
                <a:spcPts val="1000"/>
              </a:spcBef>
              <a:spcAft>
                <a:spcPts val="0"/>
              </a:spcAft>
              <a:buClr>
                <a:schemeClr val="dk1"/>
              </a:buClr>
              <a:buSzPts val="1200"/>
              <a:buChar char="○"/>
            </a:pPr>
            <a:r>
              <a:rPr lang="en" sz="1200">
                <a:solidFill>
                  <a:schemeClr val="dk1"/>
                </a:solidFill>
              </a:rPr>
              <a:t>Ex: Salt Lake City has the highest number of unique callers (1061), but has less closed listings (293) then Seattle (323) and Las Vegas (313).</a:t>
            </a:r>
            <a:endParaRPr sz="1200">
              <a:solidFill>
                <a:schemeClr val="dk1"/>
              </a:solidFill>
            </a:endParaRPr>
          </a:p>
          <a:p>
            <a:pPr indent="-304800" lvl="0" marL="457200" rtl="0" algn="just">
              <a:spcBef>
                <a:spcPts val="1000"/>
              </a:spcBef>
              <a:spcAft>
                <a:spcPts val="0"/>
              </a:spcAft>
              <a:buClr>
                <a:schemeClr val="dk1"/>
              </a:buClr>
              <a:buSzPts val="1200"/>
              <a:buChar char="●"/>
            </a:pPr>
            <a:r>
              <a:rPr lang="en" sz="1200">
                <a:solidFill>
                  <a:schemeClr val="dk1"/>
                </a:solidFill>
              </a:rPr>
              <a:t>Is there a relationship between unique customer calls and closed listings that isn’t </a:t>
            </a:r>
            <a:r>
              <a:rPr lang="en" sz="1200">
                <a:solidFill>
                  <a:schemeClr val="dk1"/>
                </a:solidFill>
              </a:rPr>
              <a:t>immediately</a:t>
            </a:r>
            <a:r>
              <a:rPr lang="en" sz="1200">
                <a:solidFill>
                  <a:schemeClr val="dk1"/>
                </a:solidFill>
              </a:rPr>
              <a:t> apparent?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1"/>
          <p:cNvSpPr txBox="1"/>
          <p:nvPr>
            <p:ph type="title"/>
          </p:nvPr>
        </p:nvSpPr>
        <p:spPr>
          <a:xfrm>
            <a:off x="228600" y="80900"/>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Arial"/>
                <a:ea typeface="Arial"/>
                <a:cs typeface="Arial"/>
                <a:sym typeface="Arial"/>
              </a:rPr>
              <a:t>A moderately </a:t>
            </a:r>
            <a:r>
              <a:rPr lang="en" sz="2300">
                <a:latin typeface="Arial"/>
                <a:ea typeface="Arial"/>
                <a:cs typeface="Arial"/>
                <a:sym typeface="Arial"/>
              </a:rPr>
              <a:t>positive</a:t>
            </a:r>
            <a:r>
              <a:rPr lang="en" sz="2300">
                <a:latin typeface="Arial"/>
                <a:ea typeface="Arial"/>
                <a:cs typeface="Arial"/>
                <a:sym typeface="Arial"/>
              </a:rPr>
              <a:t> correlation exists </a:t>
            </a:r>
            <a:r>
              <a:rPr lang="en" sz="2300">
                <a:latin typeface="Arial"/>
                <a:ea typeface="Arial"/>
                <a:cs typeface="Arial"/>
                <a:sym typeface="Arial"/>
              </a:rPr>
              <a:t>between</a:t>
            </a:r>
            <a:r>
              <a:rPr lang="en" sz="2300">
                <a:latin typeface="Arial"/>
                <a:ea typeface="Arial"/>
                <a:cs typeface="Arial"/>
                <a:sym typeface="Arial"/>
              </a:rPr>
              <a:t> customer calls and closed listings</a:t>
            </a:r>
            <a:endParaRPr sz="2300">
              <a:latin typeface="Arial"/>
              <a:ea typeface="Arial"/>
              <a:cs typeface="Arial"/>
              <a:sym typeface="Arial"/>
            </a:endParaRPr>
          </a:p>
        </p:txBody>
      </p:sp>
      <p:sp>
        <p:nvSpPr>
          <p:cNvPr id="427" name="Google Shape;427;p61"/>
          <p:cNvSpPr txBox="1"/>
          <p:nvPr/>
        </p:nvSpPr>
        <p:spPr>
          <a:xfrm>
            <a:off x="228600" y="852975"/>
            <a:ext cx="8513400" cy="3694200"/>
          </a:xfrm>
          <a:prstGeom prst="rect">
            <a:avLst/>
          </a:prstGeom>
          <a:noFill/>
          <a:ln>
            <a:noFill/>
          </a:ln>
        </p:spPr>
        <p:txBody>
          <a:bodyPr anchorCtr="0" anchor="t" bIns="91425" lIns="91425" spcFirstLastPara="1" rIns="91425" wrap="square" tIns="91425">
            <a:noAutofit/>
          </a:bodyPr>
          <a:lstStyle/>
          <a:p>
            <a:pPr indent="-304800" lvl="0" marL="457200" rtl="0" algn="just">
              <a:lnSpc>
                <a:spcPct val="115000"/>
              </a:lnSpc>
              <a:spcBef>
                <a:spcPts val="0"/>
              </a:spcBef>
              <a:spcAft>
                <a:spcPts val="0"/>
              </a:spcAft>
              <a:buClr>
                <a:schemeClr val="accent1"/>
              </a:buClr>
              <a:buSzPts val="1200"/>
              <a:buChar char="●"/>
            </a:pPr>
            <a:r>
              <a:rPr lang="en" sz="1200">
                <a:solidFill>
                  <a:schemeClr val="accent1"/>
                </a:solidFill>
              </a:rPr>
              <a:t>Pearson’s correlation is a </a:t>
            </a:r>
            <a:r>
              <a:rPr lang="en" sz="1200">
                <a:solidFill>
                  <a:schemeClr val="accent1"/>
                </a:solidFill>
              </a:rPr>
              <a:t>statistical</a:t>
            </a:r>
            <a:r>
              <a:rPr lang="en" sz="1200">
                <a:solidFill>
                  <a:schemeClr val="accent1"/>
                </a:solidFill>
              </a:rPr>
              <a:t> measure that measures the strength and relationship between two variables. </a:t>
            </a:r>
            <a:endParaRPr sz="1200">
              <a:solidFill>
                <a:schemeClr val="accent1"/>
              </a:solidFill>
            </a:endParaRPr>
          </a:p>
          <a:p>
            <a:pPr indent="-304800" lvl="0" marL="457200" rtl="0" algn="just">
              <a:lnSpc>
                <a:spcPct val="115000"/>
              </a:lnSpc>
              <a:spcBef>
                <a:spcPts val="1000"/>
              </a:spcBef>
              <a:spcAft>
                <a:spcPts val="0"/>
              </a:spcAft>
              <a:buClr>
                <a:schemeClr val="accent1"/>
              </a:buClr>
              <a:buSzPts val="1200"/>
              <a:buChar char="●"/>
            </a:pPr>
            <a:r>
              <a:rPr lang="en" sz="1200">
                <a:solidFill>
                  <a:schemeClr val="accent1"/>
                </a:solidFill>
              </a:rPr>
              <a:t>When measuring the relationship between unique customer calls and number of closed listings, Pearson’s correlation notes a </a:t>
            </a:r>
            <a:r>
              <a:rPr lang="en" sz="1200" u="sng">
                <a:solidFill>
                  <a:schemeClr val="accent1"/>
                </a:solidFill>
              </a:rPr>
              <a:t>moderately positive (0.429)</a:t>
            </a:r>
            <a:r>
              <a:rPr lang="en" sz="1200">
                <a:solidFill>
                  <a:schemeClr val="accent1"/>
                </a:solidFill>
              </a:rPr>
              <a:t> statistically significant relationship between both values.</a:t>
            </a:r>
            <a:endParaRPr sz="1200">
              <a:solidFill>
                <a:schemeClr val="accent1"/>
              </a:solidFill>
            </a:endParaRPr>
          </a:p>
          <a:p>
            <a:pPr indent="-304800" lvl="1" marL="914400" rtl="0" algn="just">
              <a:lnSpc>
                <a:spcPct val="115000"/>
              </a:lnSpc>
              <a:spcBef>
                <a:spcPts val="1000"/>
              </a:spcBef>
              <a:spcAft>
                <a:spcPts val="0"/>
              </a:spcAft>
              <a:buClr>
                <a:schemeClr val="accent1"/>
              </a:buClr>
              <a:buSzPts val="1200"/>
              <a:buChar char="○"/>
            </a:pPr>
            <a:r>
              <a:rPr lang="en" sz="1200">
                <a:solidFill>
                  <a:schemeClr val="accent1"/>
                </a:solidFill>
              </a:rPr>
              <a:t>Moderately positive means that markets with higher volumes of unique callers tend to have a moderately higher amount of closed listings.</a:t>
            </a:r>
            <a:endParaRPr sz="1200">
              <a:solidFill>
                <a:schemeClr val="accent1"/>
              </a:solidFill>
            </a:endParaRPr>
          </a:p>
          <a:p>
            <a:pPr indent="-304800" lvl="1" marL="914400" rtl="0" algn="just">
              <a:lnSpc>
                <a:spcPct val="115000"/>
              </a:lnSpc>
              <a:spcBef>
                <a:spcPts val="1000"/>
              </a:spcBef>
              <a:spcAft>
                <a:spcPts val="0"/>
              </a:spcAft>
              <a:buClr>
                <a:schemeClr val="accent1"/>
              </a:buClr>
              <a:buSzPts val="1200"/>
              <a:buChar char="○"/>
            </a:pPr>
            <a:r>
              <a:rPr lang="en" sz="1200">
                <a:solidFill>
                  <a:schemeClr val="accent1"/>
                </a:solidFill>
              </a:rPr>
              <a:t>Other factors are likely influencing the increase of closed listings</a:t>
            </a:r>
            <a:endParaRPr sz="1200">
              <a:solidFill>
                <a:schemeClr val="accent1"/>
              </a:solidFill>
            </a:endParaRPr>
          </a:p>
          <a:p>
            <a:pPr indent="-304800" lvl="0" marL="457200" rtl="0" algn="just">
              <a:lnSpc>
                <a:spcPct val="115000"/>
              </a:lnSpc>
              <a:spcBef>
                <a:spcPts val="1000"/>
              </a:spcBef>
              <a:spcAft>
                <a:spcPts val="0"/>
              </a:spcAft>
              <a:buClr>
                <a:schemeClr val="accent1"/>
              </a:buClr>
              <a:buSzPts val="1200"/>
              <a:buChar char="●"/>
            </a:pPr>
            <a:r>
              <a:rPr b="1" lang="en" sz="1200">
                <a:solidFill>
                  <a:schemeClr val="accent1"/>
                </a:solidFill>
              </a:rPr>
              <a:t>Recommendation:</a:t>
            </a:r>
            <a:endParaRPr b="1" sz="1200">
              <a:solidFill>
                <a:schemeClr val="accent1"/>
              </a:solidFill>
            </a:endParaRPr>
          </a:p>
          <a:p>
            <a:pPr indent="-304800" lvl="1" marL="914400" rtl="0" algn="just">
              <a:lnSpc>
                <a:spcPct val="115000"/>
              </a:lnSpc>
              <a:spcBef>
                <a:spcPts val="1000"/>
              </a:spcBef>
              <a:spcAft>
                <a:spcPts val="1000"/>
              </a:spcAft>
              <a:buClr>
                <a:schemeClr val="accent1"/>
              </a:buClr>
              <a:buSzPts val="1200"/>
              <a:buChar char="○"/>
            </a:pPr>
            <a:r>
              <a:rPr lang="en" sz="1200">
                <a:solidFill>
                  <a:schemeClr val="accent1"/>
                </a:solidFill>
              </a:rPr>
              <a:t>It’s possible that markets with a smaller number of unique callers have potential for greater amounts of closed listings if unique callers are viewed as a proxy for interest in and knowledge of Smiley Real Estate. Focusing marketing efforts on markets with less than the average amount of unique callers could increase the number of closed listings.</a:t>
            </a:r>
            <a:endParaRPr sz="1200">
              <a:solidFill>
                <a:schemeClr val="accen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2"/>
          <p:cNvSpPr txBox="1"/>
          <p:nvPr>
            <p:ph type="title"/>
          </p:nvPr>
        </p:nvSpPr>
        <p:spPr>
          <a:xfrm>
            <a:off x="225750" y="356550"/>
            <a:ext cx="8692500" cy="432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Arial"/>
                <a:ea typeface="Arial"/>
                <a:cs typeface="Arial"/>
                <a:sym typeface="Arial"/>
              </a:rPr>
              <a:t>Final Thoughts</a:t>
            </a:r>
            <a:endParaRPr>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3"/>
          <p:cNvSpPr txBox="1"/>
          <p:nvPr>
            <p:ph type="title"/>
          </p:nvPr>
        </p:nvSpPr>
        <p:spPr>
          <a:xfrm>
            <a:off x="228600" y="80900"/>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Arial"/>
                <a:ea typeface="Arial"/>
                <a:cs typeface="Arial"/>
                <a:sym typeface="Arial"/>
              </a:rPr>
              <a:t>What can be done with more time and </a:t>
            </a:r>
            <a:r>
              <a:rPr lang="en" sz="2300">
                <a:latin typeface="Arial"/>
                <a:ea typeface="Arial"/>
                <a:cs typeface="Arial"/>
                <a:sym typeface="Arial"/>
              </a:rPr>
              <a:t>resources</a:t>
            </a:r>
            <a:r>
              <a:rPr lang="en" sz="2300">
                <a:latin typeface="Arial"/>
                <a:ea typeface="Arial"/>
                <a:cs typeface="Arial"/>
                <a:sym typeface="Arial"/>
              </a:rPr>
              <a:t>?</a:t>
            </a:r>
            <a:endParaRPr sz="2300">
              <a:latin typeface="Arial"/>
              <a:ea typeface="Arial"/>
              <a:cs typeface="Arial"/>
              <a:sym typeface="Arial"/>
            </a:endParaRPr>
          </a:p>
        </p:txBody>
      </p:sp>
      <p:sp>
        <p:nvSpPr>
          <p:cNvPr id="438" name="Google Shape;438;p63"/>
          <p:cNvSpPr txBox="1"/>
          <p:nvPr/>
        </p:nvSpPr>
        <p:spPr>
          <a:xfrm>
            <a:off x="315300" y="663300"/>
            <a:ext cx="8513400" cy="3694200"/>
          </a:xfrm>
          <a:prstGeom prst="rect">
            <a:avLst/>
          </a:prstGeom>
          <a:noFill/>
          <a:ln>
            <a:noFill/>
          </a:ln>
        </p:spPr>
        <p:txBody>
          <a:bodyPr anchorCtr="0" anchor="t" bIns="91425" lIns="91425" spcFirstLastPara="1" rIns="91425" wrap="square" tIns="91425">
            <a:noAutofit/>
          </a:bodyPr>
          <a:lstStyle/>
          <a:p>
            <a:pPr indent="-298450" lvl="0" marL="457200" rtl="0" algn="just">
              <a:lnSpc>
                <a:spcPct val="100000"/>
              </a:lnSpc>
              <a:spcBef>
                <a:spcPts val="0"/>
              </a:spcBef>
              <a:spcAft>
                <a:spcPts val="0"/>
              </a:spcAft>
              <a:buClr>
                <a:schemeClr val="accent1"/>
              </a:buClr>
              <a:buSzPts val="1100"/>
              <a:buChar char="●"/>
            </a:pPr>
            <a:r>
              <a:rPr lang="en" sz="1100">
                <a:solidFill>
                  <a:schemeClr val="accent1"/>
                </a:solidFill>
              </a:rPr>
              <a:t>Best Markets Analysis</a:t>
            </a:r>
            <a:endParaRPr sz="1100">
              <a:solidFill>
                <a:schemeClr val="accent1"/>
              </a:solidFill>
            </a:endParaRPr>
          </a:p>
          <a:p>
            <a:pPr indent="-298450" lvl="1" marL="914400" rtl="0" algn="just">
              <a:lnSpc>
                <a:spcPct val="100000"/>
              </a:lnSpc>
              <a:spcBef>
                <a:spcPts val="1000"/>
              </a:spcBef>
              <a:spcAft>
                <a:spcPts val="0"/>
              </a:spcAft>
              <a:buClr>
                <a:schemeClr val="accent1"/>
              </a:buClr>
              <a:buSzPts val="1100"/>
              <a:buChar char="○"/>
            </a:pPr>
            <a:r>
              <a:rPr lang="en" sz="1100">
                <a:solidFill>
                  <a:schemeClr val="accent1"/>
                </a:solidFill>
              </a:rPr>
              <a:t>More data regarding housing construction activity, market </a:t>
            </a:r>
            <a:r>
              <a:rPr lang="en" sz="1100">
                <a:solidFill>
                  <a:schemeClr val="accent1"/>
                </a:solidFill>
              </a:rPr>
              <a:t>economic</a:t>
            </a:r>
            <a:r>
              <a:rPr lang="en" sz="1100">
                <a:solidFill>
                  <a:schemeClr val="accent1"/>
                </a:solidFill>
              </a:rPr>
              <a:t> strength (GDP, Area Median Income), migration rates, and more can provide a more comprehensive and long-term view on which markets are the best. </a:t>
            </a:r>
            <a:endParaRPr sz="1100">
              <a:solidFill>
                <a:schemeClr val="accent1"/>
              </a:solidFill>
            </a:endParaRPr>
          </a:p>
          <a:p>
            <a:pPr indent="-298450" lvl="1" marL="914400" rtl="0" algn="just">
              <a:lnSpc>
                <a:spcPct val="100000"/>
              </a:lnSpc>
              <a:spcBef>
                <a:spcPts val="1000"/>
              </a:spcBef>
              <a:spcAft>
                <a:spcPts val="0"/>
              </a:spcAft>
              <a:buClr>
                <a:schemeClr val="accent1"/>
              </a:buClr>
              <a:buSzPts val="1100"/>
              <a:buChar char="○"/>
            </a:pPr>
            <a:r>
              <a:rPr lang="en" sz="1100">
                <a:solidFill>
                  <a:schemeClr val="accent1"/>
                </a:solidFill>
              </a:rPr>
              <a:t>Additional descriptive data could be used in a </a:t>
            </a:r>
            <a:r>
              <a:rPr lang="en" sz="1100" u="sng">
                <a:solidFill>
                  <a:schemeClr val="accent1"/>
                </a:solidFill>
              </a:rPr>
              <a:t>correlation matrix</a:t>
            </a:r>
            <a:r>
              <a:rPr lang="en" sz="1100">
                <a:solidFill>
                  <a:schemeClr val="accent1"/>
                </a:solidFill>
              </a:rPr>
              <a:t> to determine what factors drive attributes such as days on market or closed listing rate. </a:t>
            </a:r>
            <a:r>
              <a:rPr lang="en" sz="1100" u="sng">
                <a:solidFill>
                  <a:schemeClr val="accent1"/>
                </a:solidFill>
              </a:rPr>
              <a:t>K-m</a:t>
            </a:r>
            <a:r>
              <a:rPr lang="en" sz="1100" u="sng">
                <a:solidFill>
                  <a:schemeClr val="accent1"/>
                </a:solidFill>
              </a:rPr>
              <a:t>eans</a:t>
            </a:r>
            <a:r>
              <a:rPr lang="en" sz="1100" u="sng">
                <a:solidFill>
                  <a:schemeClr val="accent1"/>
                </a:solidFill>
              </a:rPr>
              <a:t> clustering</a:t>
            </a:r>
            <a:r>
              <a:rPr lang="en" sz="1100">
                <a:solidFill>
                  <a:schemeClr val="accent1"/>
                </a:solidFill>
              </a:rPr>
              <a:t> can group markets by common characteristics and trends, allowing for regional or group-level strategies.</a:t>
            </a:r>
            <a:endParaRPr sz="1100">
              <a:solidFill>
                <a:schemeClr val="accent1"/>
              </a:solidFill>
            </a:endParaRPr>
          </a:p>
          <a:p>
            <a:pPr indent="-298450" lvl="0" marL="457200" rtl="0" algn="just">
              <a:lnSpc>
                <a:spcPct val="100000"/>
              </a:lnSpc>
              <a:spcBef>
                <a:spcPts val="1000"/>
              </a:spcBef>
              <a:spcAft>
                <a:spcPts val="0"/>
              </a:spcAft>
              <a:buClr>
                <a:schemeClr val="accent1"/>
              </a:buClr>
              <a:buSzPts val="1100"/>
              <a:buChar char="●"/>
            </a:pPr>
            <a:r>
              <a:rPr lang="en" sz="1100">
                <a:solidFill>
                  <a:schemeClr val="accent1"/>
                </a:solidFill>
              </a:rPr>
              <a:t>Best Agents Analysis</a:t>
            </a:r>
            <a:endParaRPr sz="1100">
              <a:solidFill>
                <a:schemeClr val="accent1"/>
              </a:solidFill>
            </a:endParaRPr>
          </a:p>
          <a:p>
            <a:pPr indent="-298450" lvl="1" marL="914400" rtl="0" algn="just">
              <a:lnSpc>
                <a:spcPct val="100000"/>
              </a:lnSpc>
              <a:spcBef>
                <a:spcPts val="1000"/>
              </a:spcBef>
              <a:spcAft>
                <a:spcPts val="0"/>
              </a:spcAft>
              <a:buClr>
                <a:schemeClr val="accent1"/>
              </a:buClr>
              <a:buSzPts val="1100"/>
              <a:buChar char="○"/>
            </a:pPr>
            <a:r>
              <a:rPr lang="en" sz="1100">
                <a:solidFill>
                  <a:schemeClr val="accent1"/>
                </a:solidFill>
              </a:rPr>
              <a:t>Incorporating historical agent data can reveal YoY changes in customer reviews and closing ratios. Agents who consistently </a:t>
            </a:r>
            <a:r>
              <a:rPr lang="en" sz="1100">
                <a:solidFill>
                  <a:schemeClr val="accent1"/>
                </a:solidFill>
              </a:rPr>
              <a:t>improve </a:t>
            </a:r>
            <a:r>
              <a:rPr lang="en" sz="1100">
                <a:solidFill>
                  <a:schemeClr val="accent1"/>
                </a:solidFill>
              </a:rPr>
              <a:t>in their closing ratios and reviews or keep them consistently high can be weighted towards a higher rank.</a:t>
            </a:r>
            <a:endParaRPr sz="1100">
              <a:solidFill>
                <a:schemeClr val="accent1"/>
              </a:solidFill>
            </a:endParaRPr>
          </a:p>
          <a:p>
            <a:pPr indent="-298450" lvl="0" marL="457200" rtl="0" algn="just">
              <a:lnSpc>
                <a:spcPct val="100000"/>
              </a:lnSpc>
              <a:spcBef>
                <a:spcPts val="1000"/>
              </a:spcBef>
              <a:spcAft>
                <a:spcPts val="0"/>
              </a:spcAft>
              <a:buClr>
                <a:schemeClr val="accent1"/>
              </a:buClr>
              <a:buSzPts val="1100"/>
              <a:buChar char="●"/>
            </a:pPr>
            <a:r>
              <a:rPr lang="en" sz="1100">
                <a:solidFill>
                  <a:schemeClr val="accent1"/>
                </a:solidFill>
              </a:rPr>
              <a:t>Areas for Growth Analysis</a:t>
            </a:r>
            <a:endParaRPr sz="1100">
              <a:solidFill>
                <a:schemeClr val="accent1"/>
              </a:solidFill>
            </a:endParaRPr>
          </a:p>
          <a:p>
            <a:pPr indent="-298450" lvl="1" marL="914400" rtl="0" algn="just">
              <a:lnSpc>
                <a:spcPct val="100000"/>
              </a:lnSpc>
              <a:spcBef>
                <a:spcPts val="1000"/>
              </a:spcBef>
              <a:spcAft>
                <a:spcPts val="0"/>
              </a:spcAft>
              <a:buClr>
                <a:schemeClr val="accent1"/>
              </a:buClr>
              <a:buSzPts val="1100"/>
              <a:buChar char="○"/>
            </a:pPr>
            <a:r>
              <a:rPr lang="en" sz="1100">
                <a:solidFill>
                  <a:schemeClr val="accent1"/>
                </a:solidFill>
              </a:rPr>
              <a:t>More research is needed to see how much unique callers actually influence the number of closed listings. </a:t>
            </a:r>
            <a:endParaRPr sz="1100">
              <a:solidFill>
                <a:schemeClr val="accent1"/>
              </a:solidFill>
            </a:endParaRPr>
          </a:p>
          <a:p>
            <a:pPr indent="-298450" lvl="2" marL="1371600" rtl="0" algn="just">
              <a:lnSpc>
                <a:spcPct val="100000"/>
              </a:lnSpc>
              <a:spcBef>
                <a:spcPts val="1000"/>
              </a:spcBef>
              <a:spcAft>
                <a:spcPts val="0"/>
              </a:spcAft>
              <a:buClr>
                <a:schemeClr val="accent1"/>
              </a:buClr>
              <a:buSzPts val="1100"/>
              <a:buChar char="■"/>
            </a:pPr>
            <a:r>
              <a:rPr lang="en" sz="1100">
                <a:solidFill>
                  <a:schemeClr val="accent1"/>
                </a:solidFill>
              </a:rPr>
              <a:t>Segmenting markets into high-call and low-call groups and then running a T-test between them can reveal if high-call markets truly have higher amounts of closed listings.</a:t>
            </a:r>
            <a:endParaRPr sz="1100">
              <a:solidFill>
                <a:schemeClr val="accent1"/>
              </a:solidFill>
            </a:endParaRPr>
          </a:p>
          <a:p>
            <a:pPr indent="-298450" lvl="2" marL="1371600" rtl="0" algn="just">
              <a:lnSpc>
                <a:spcPct val="100000"/>
              </a:lnSpc>
              <a:spcBef>
                <a:spcPts val="1000"/>
              </a:spcBef>
              <a:spcAft>
                <a:spcPts val="1000"/>
              </a:spcAft>
              <a:buClr>
                <a:schemeClr val="accent1"/>
              </a:buClr>
              <a:buSzPts val="1100"/>
              <a:buChar char="■"/>
            </a:pPr>
            <a:r>
              <a:rPr lang="en" sz="1100">
                <a:solidFill>
                  <a:schemeClr val="accent1"/>
                </a:solidFill>
              </a:rPr>
              <a:t>A regression model could indicate whether other variables are influencing closed listings instead of the number of </a:t>
            </a:r>
            <a:r>
              <a:rPr lang="en" sz="1100">
                <a:solidFill>
                  <a:schemeClr val="accent1"/>
                </a:solidFill>
              </a:rPr>
              <a:t>unique</a:t>
            </a:r>
            <a:r>
              <a:rPr lang="en" sz="1100">
                <a:solidFill>
                  <a:schemeClr val="accent1"/>
                </a:solidFill>
              </a:rPr>
              <a:t> callers.</a:t>
            </a:r>
            <a:endParaRPr sz="1100">
              <a:solidFill>
                <a:schemeClr val="accen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4"/>
          <p:cNvSpPr txBox="1"/>
          <p:nvPr>
            <p:ph type="title"/>
          </p:nvPr>
        </p:nvSpPr>
        <p:spPr>
          <a:xfrm>
            <a:off x="228600" y="80900"/>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Arial"/>
                <a:ea typeface="Arial"/>
                <a:cs typeface="Arial"/>
                <a:sym typeface="Arial"/>
              </a:rPr>
              <a:t>What was my thought process?</a:t>
            </a:r>
            <a:endParaRPr sz="2300">
              <a:latin typeface="Arial"/>
              <a:ea typeface="Arial"/>
              <a:cs typeface="Arial"/>
              <a:sym typeface="Arial"/>
            </a:endParaRPr>
          </a:p>
        </p:txBody>
      </p:sp>
      <p:sp>
        <p:nvSpPr>
          <p:cNvPr id="444" name="Google Shape;444;p64"/>
          <p:cNvSpPr txBox="1"/>
          <p:nvPr/>
        </p:nvSpPr>
        <p:spPr>
          <a:xfrm>
            <a:off x="315300" y="640525"/>
            <a:ext cx="8513400" cy="3694200"/>
          </a:xfrm>
          <a:prstGeom prst="rect">
            <a:avLst/>
          </a:prstGeom>
          <a:noFill/>
          <a:ln>
            <a:noFill/>
          </a:ln>
        </p:spPr>
        <p:txBody>
          <a:bodyPr anchorCtr="0" anchor="t" bIns="91425" lIns="91425" spcFirstLastPara="1" rIns="91425" wrap="square" tIns="91425">
            <a:noAutofit/>
          </a:bodyPr>
          <a:lstStyle/>
          <a:p>
            <a:pPr indent="-304800" lvl="0" marL="457200" rtl="0" algn="just">
              <a:lnSpc>
                <a:spcPct val="115000"/>
              </a:lnSpc>
              <a:spcBef>
                <a:spcPts val="0"/>
              </a:spcBef>
              <a:spcAft>
                <a:spcPts val="0"/>
              </a:spcAft>
              <a:buClr>
                <a:schemeClr val="accent1"/>
              </a:buClr>
              <a:buSzPts val="1200"/>
              <a:buChar char="●"/>
            </a:pPr>
            <a:r>
              <a:rPr lang="en" sz="1200">
                <a:solidFill>
                  <a:schemeClr val="accent1"/>
                </a:solidFill>
              </a:rPr>
              <a:t>First, </a:t>
            </a:r>
            <a:r>
              <a:rPr lang="en" sz="1200" u="sng">
                <a:solidFill>
                  <a:schemeClr val="accent1"/>
                </a:solidFill>
              </a:rPr>
              <a:t>identify the scope of the problem</a:t>
            </a:r>
            <a:r>
              <a:rPr lang="en" sz="1200">
                <a:solidFill>
                  <a:schemeClr val="accent1"/>
                </a:solidFill>
              </a:rPr>
              <a:t>. The problems presented at a glance are simple, but their open-ended nature means there’s plenty of room for interpretation. For example, what makes someone a best agent? Unless I’ve had in-depth conversations with stakeholders and SMEs, this will be a judgement call on my part that’s informed by the available data. This also means knowing when something is ‘good enough’ without chasing perfection and new directions forever.</a:t>
            </a:r>
            <a:endParaRPr sz="1200">
              <a:solidFill>
                <a:schemeClr val="accent1"/>
              </a:solidFill>
            </a:endParaRPr>
          </a:p>
          <a:p>
            <a:pPr indent="-304800" lvl="0" marL="457200" rtl="0" algn="just">
              <a:lnSpc>
                <a:spcPct val="115000"/>
              </a:lnSpc>
              <a:spcBef>
                <a:spcPts val="1000"/>
              </a:spcBef>
              <a:spcAft>
                <a:spcPts val="0"/>
              </a:spcAft>
              <a:buClr>
                <a:schemeClr val="accent1"/>
              </a:buClr>
              <a:buSzPts val="1200"/>
              <a:buChar char="●"/>
            </a:pPr>
            <a:r>
              <a:rPr lang="en" sz="1200">
                <a:solidFill>
                  <a:schemeClr val="accent1"/>
                </a:solidFill>
              </a:rPr>
              <a:t>Second, </a:t>
            </a:r>
            <a:r>
              <a:rPr lang="en" sz="1200" u="sng">
                <a:solidFill>
                  <a:schemeClr val="accent1"/>
                </a:solidFill>
              </a:rPr>
              <a:t>Inspect the data</a:t>
            </a:r>
            <a:r>
              <a:rPr lang="en" sz="1200">
                <a:solidFill>
                  <a:schemeClr val="accent1"/>
                </a:solidFill>
              </a:rPr>
              <a:t>. My preferred tool for this is python given its flexibility and ability to ingest data from sources as varied as spreadsheets, APIs, and complex queries. I can review the data </a:t>
            </a:r>
            <a:r>
              <a:rPr lang="en" sz="1200">
                <a:solidFill>
                  <a:schemeClr val="accent1"/>
                </a:solidFill>
              </a:rPr>
              <a:t>source</a:t>
            </a:r>
            <a:r>
              <a:rPr lang="en" sz="1200">
                <a:solidFill>
                  <a:schemeClr val="accent1"/>
                </a:solidFill>
              </a:rPr>
              <a:t> and run some descriptive statistics to understand </a:t>
            </a:r>
            <a:r>
              <a:rPr lang="en" sz="1200">
                <a:solidFill>
                  <a:schemeClr val="accent1"/>
                </a:solidFill>
              </a:rPr>
              <a:t>the</a:t>
            </a:r>
            <a:r>
              <a:rPr lang="en" sz="1200">
                <a:solidFill>
                  <a:schemeClr val="accent1"/>
                </a:solidFill>
              </a:rPr>
              <a:t> scope and shape of the data. I can also use this time to narrow the scope of my problem by discovering what the data can or can’t let me do. </a:t>
            </a:r>
            <a:endParaRPr sz="1200">
              <a:solidFill>
                <a:schemeClr val="accent1"/>
              </a:solidFill>
            </a:endParaRPr>
          </a:p>
          <a:p>
            <a:pPr indent="-304800" lvl="0" marL="457200" rtl="0" algn="just">
              <a:lnSpc>
                <a:spcPct val="115000"/>
              </a:lnSpc>
              <a:spcBef>
                <a:spcPts val="1000"/>
              </a:spcBef>
              <a:spcAft>
                <a:spcPts val="1000"/>
              </a:spcAft>
              <a:buClr>
                <a:schemeClr val="accent1"/>
              </a:buClr>
              <a:buSzPts val="1200"/>
              <a:buChar char="●"/>
            </a:pPr>
            <a:r>
              <a:rPr lang="en" sz="1200">
                <a:solidFill>
                  <a:schemeClr val="accent1"/>
                </a:solidFill>
              </a:rPr>
              <a:t>Third, </a:t>
            </a:r>
            <a:r>
              <a:rPr lang="en" sz="1200" u="sng">
                <a:solidFill>
                  <a:schemeClr val="accent1"/>
                </a:solidFill>
              </a:rPr>
              <a:t>research the problem</a:t>
            </a:r>
            <a:r>
              <a:rPr lang="en" sz="1200">
                <a:solidFill>
                  <a:schemeClr val="accent1"/>
                </a:solidFill>
              </a:rPr>
              <a:t>. My experience in past roles has given me insight of how to proceed in many cases, like knowing how to use multiple performance metrics to rank something or determining the statistical </a:t>
            </a:r>
            <a:r>
              <a:rPr lang="en" sz="1200">
                <a:solidFill>
                  <a:schemeClr val="accent1"/>
                </a:solidFill>
              </a:rPr>
              <a:t>relationship</a:t>
            </a:r>
            <a:r>
              <a:rPr lang="en" sz="1200">
                <a:solidFill>
                  <a:schemeClr val="accent1"/>
                </a:solidFill>
              </a:rPr>
              <a:t> between two groups. In cases where I had multiple options to </a:t>
            </a:r>
            <a:r>
              <a:rPr lang="en" sz="1200">
                <a:solidFill>
                  <a:schemeClr val="accent1"/>
                </a:solidFill>
              </a:rPr>
              <a:t>pursue</a:t>
            </a:r>
            <a:r>
              <a:rPr lang="en" sz="1200">
                <a:solidFill>
                  <a:schemeClr val="accent1"/>
                </a:solidFill>
              </a:rPr>
              <a:t> or was unsure of domain-specific analysis techniques, I used AI tools (my preferred tool is Perplexity) to brainstorm ways to tackle the problem and theories to test out.</a:t>
            </a:r>
            <a:endParaRPr sz="1200">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5"/>
          <p:cNvSpPr txBox="1"/>
          <p:nvPr>
            <p:ph type="title"/>
          </p:nvPr>
        </p:nvSpPr>
        <p:spPr>
          <a:xfrm>
            <a:off x="228600" y="80900"/>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Arial"/>
                <a:ea typeface="Arial"/>
                <a:cs typeface="Arial"/>
                <a:sym typeface="Arial"/>
              </a:rPr>
              <a:t>What was my thought process? - continued</a:t>
            </a:r>
            <a:endParaRPr sz="2300">
              <a:latin typeface="Arial"/>
              <a:ea typeface="Arial"/>
              <a:cs typeface="Arial"/>
              <a:sym typeface="Arial"/>
            </a:endParaRPr>
          </a:p>
        </p:txBody>
      </p:sp>
      <p:sp>
        <p:nvSpPr>
          <p:cNvPr id="450" name="Google Shape;450;p65"/>
          <p:cNvSpPr txBox="1"/>
          <p:nvPr/>
        </p:nvSpPr>
        <p:spPr>
          <a:xfrm>
            <a:off x="315300" y="640525"/>
            <a:ext cx="8513400" cy="3694200"/>
          </a:xfrm>
          <a:prstGeom prst="rect">
            <a:avLst/>
          </a:prstGeom>
          <a:noFill/>
          <a:ln>
            <a:noFill/>
          </a:ln>
        </p:spPr>
        <p:txBody>
          <a:bodyPr anchorCtr="0" anchor="t" bIns="91425" lIns="91425" spcFirstLastPara="1" rIns="91425" wrap="square" tIns="91425">
            <a:noAutofit/>
          </a:bodyPr>
          <a:lstStyle/>
          <a:p>
            <a:pPr indent="-304800" lvl="0" marL="457200" rtl="0" algn="just">
              <a:lnSpc>
                <a:spcPct val="115000"/>
              </a:lnSpc>
              <a:spcBef>
                <a:spcPts val="0"/>
              </a:spcBef>
              <a:spcAft>
                <a:spcPts val="0"/>
              </a:spcAft>
              <a:buClr>
                <a:schemeClr val="accent1"/>
              </a:buClr>
              <a:buSzPts val="1200"/>
              <a:buChar char="●"/>
            </a:pPr>
            <a:r>
              <a:rPr lang="en" sz="1200">
                <a:solidFill>
                  <a:schemeClr val="accent1"/>
                </a:solidFill>
              </a:rPr>
              <a:t>Fourth, </a:t>
            </a:r>
            <a:r>
              <a:rPr lang="en" sz="1200" u="sng">
                <a:solidFill>
                  <a:schemeClr val="accent1"/>
                </a:solidFill>
              </a:rPr>
              <a:t>code</a:t>
            </a:r>
            <a:r>
              <a:rPr lang="en" sz="1200">
                <a:solidFill>
                  <a:schemeClr val="accent1"/>
                </a:solidFill>
              </a:rPr>
              <a:t>: the most straightforward step was ironically the most technical part. I used python to manipulate the data in a way that’s useful for my analysis, create new features such as sale to list ratio and weighted average customer rating that </a:t>
            </a:r>
            <a:r>
              <a:rPr lang="en" sz="1200">
                <a:solidFill>
                  <a:schemeClr val="accent1"/>
                </a:solidFill>
              </a:rPr>
              <a:t>could</a:t>
            </a:r>
            <a:r>
              <a:rPr lang="en" sz="1200">
                <a:solidFill>
                  <a:schemeClr val="accent1"/>
                </a:solidFill>
              </a:rPr>
              <a:t> reveal new insights, and generate </a:t>
            </a:r>
            <a:r>
              <a:rPr lang="en" sz="1200">
                <a:solidFill>
                  <a:schemeClr val="accent1"/>
                </a:solidFill>
              </a:rPr>
              <a:t>visualizations to compliment my analysis. </a:t>
            </a:r>
            <a:endParaRPr sz="1200">
              <a:solidFill>
                <a:schemeClr val="accent1"/>
              </a:solidFill>
            </a:endParaRPr>
          </a:p>
          <a:p>
            <a:pPr indent="-304800" lvl="0" marL="457200" rtl="0" algn="just">
              <a:lnSpc>
                <a:spcPct val="115000"/>
              </a:lnSpc>
              <a:spcBef>
                <a:spcPts val="1000"/>
              </a:spcBef>
              <a:spcAft>
                <a:spcPts val="1000"/>
              </a:spcAft>
              <a:buClr>
                <a:schemeClr val="accent1"/>
              </a:buClr>
              <a:buSzPts val="1200"/>
              <a:buChar char="●"/>
            </a:pPr>
            <a:r>
              <a:rPr lang="en" sz="1200">
                <a:solidFill>
                  <a:schemeClr val="accent1"/>
                </a:solidFill>
              </a:rPr>
              <a:t>Fifth, </a:t>
            </a:r>
            <a:r>
              <a:rPr lang="en" sz="1200" u="sng">
                <a:solidFill>
                  <a:schemeClr val="accent1"/>
                </a:solidFill>
              </a:rPr>
              <a:t>interpret the results</a:t>
            </a:r>
            <a:r>
              <a:rPr lang="en" sz="1200">
                <a:solidFill>
                  <a:schemeClr val="accent1"/>
                </a:solidFill>
              </a:rPr>
              <a:t>: My analysis won’t be useful to anyone if I can’t convert technical information into easy to understand results for non-technical stakeholders. Similarly, if there isn’t a clear takeaway then there isn’t much of a point to the analysis. A slide deck provides a high-level overview of the questions posed and the key takeaways and recommendations that spring from them.</a:t>
            </a:r>
            <a:endParaRPr sz="1200">
              <a:solidFill>
                <a:schemeClr val="accen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6"/>
          <p:cNvSpPr txBox="1"/>
          <p:nvPr>
            <p:ph type="title"/>
          </p:nvPr>
        </p:nvSpPr>
        <p:spPr>
          <a:xfrm>
            <a:off x="225750" y="341375"/>
            <a:ext cx="8692500" cy="4343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Arial"/>
                <a:ea typeface="Arial"/>
                <a:cs typeface="Arial"/>
                <a:sym typeface="Arial"/>
              </a:rPr>
              <a:t>Appendix</a:t>
            </a:r>
            <a:endParaRPr>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7"/>
          <p:cNvSpPr txBox="1"/>
          <p:nvPr>
            <p:ph type="title"/>
          </p:nvPr>
        </p:nvSpPr>
        <p:spPr>
          <a:xfrm>
            <a:off x="228600" y="80900"/>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Arial"/>
                <a:ea typeface="Arial"/>
                <a:cs typeface="Arial"/>
                <a:sym typeface="Arial"/>
              </a:rPr>
              <a:t>Top 5 markets with expanded information</a:t>
            </a:r>
            <a:endParaRPr sz="2300">
              <a:latin typeface="Arial"/>
              <a:ea typeface="Arial"/>
              <a:cs typeface="Arial"/>
              <a:sym typeface="Arial"/>
            </a:endParaRPr>
          </a:p>
        </p:txBody>
      </p:sp>
      <p:graphicFrame>
        <p:nvGraphicFramePr>
          <p:cNvPr id="461" name="Google Shape;461;p67"/>
          <p:cNvGraphicFramePr/>
          <p:nvPr/>
        </p:nvGraphicFramePr>
        <p:xfrm>
          <a:off x="406200" y="988750"/>
          <a:ext cx="3000000" cy="3000000"/>
        </p:xfrm>
        <a:graphic>
          <a:graphicData uri="http://schemas.openxmlformats.org/drawingml/2006/table">
            <a:tbl>
              <a:tblPr>
                <a:noFill/>
                <a:tableStyleId>{2778EE24-15B4-459F-893F-8742076DE2CD}</a:tableStyleId>
              </a:tblPr>
              <a:tblGrid>
                <a:gridCol w="898750"/>
                <a:gridCol w="898750"/>
                <a:gridCol w="898750"/>
                <a:gridCol w="898750"/>
                <a:gridCol w="898750"/>
                <a:gridCol w="898750"/>
                <a:gridCol w="898750"/>
                <a:gridCol w="898750"/>
                <a:gridCol w="898750"/>
              </a:tblGrid>
              <a:tr h="381000">
                <a:tc>
                  <a:txBody>
                    <a:bodyPr/>
                    <a:lstStyle/>
                    <a:p>
                      <a:pPr indent="0" lvl="0" marL="0" rtl="0" algn="ctr">
                        <a:spcBef>
                          <a:spcPts val="0"/>
                        </a:spcBef>
                        <a:spcAft>
                          <a:spcPts val="0"/>
                        </a:spcAft>
                        <a:buNone/>
                      </a:pPr>
                      <a:r>
                        <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Market</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200"/>
                        <a:t>Days on Market (Meidan)</a:t>
                      </a:r>
                      <a:endParaRPr b="1"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New Listing Price (Median)</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Closing Price (Median)</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200"/>
                        <a:t>Sale to List Ratio</a:t>
                      </a:r>
                      <a:endParaRPr b="1"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Listings on Market</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Closed Listings</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200"/>
                        <a:t>Closed Listings Rate</a:t>
                      </a:r>
                      <a:endParaRPr b="1"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1</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Buffalo, NY</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12</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$249,900</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$290,000</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1.16</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1475</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1026</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0.69</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2</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Grand Rapids, MI</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14</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$349,900</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$355,500</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1.01</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1905</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1342</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0.70</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3</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San Jose, CA</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17</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$1,573,032</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$1,632,174</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1.03</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1698</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1082</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0.63</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4</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San Francisco, CA</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21</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$1,450,000</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$1,482,500</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1.02</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6265</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3069</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0.48</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200"/>
                        <a:t>5</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Seattle, WA</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21</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$843,328</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$832,871</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0.98</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9813</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3716</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200"/>
                        <a:t>0.37</a:t>
                      </a:r>
                      <a:endParaRPr sz="12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8"/>
          <p:cNvSpPr txBox="1"/>
          <p:nvPr>
            <p:ph type="title"/>
          </p:nvPr>
        </p:nvSpPr>
        <p:spPr>
          <a:xfrm>
            <a:off x="274100" y="42975"/>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Arial"/>
                <a:ea typeface="Arial"/>
                <a:cs typeface="Arial"/>
                <a:sym typeface="Arial"/>
              </a:rPr>
              <a:t>Top agents for each market</a:t>
            </a:r>
            <a:endParaRPr sz="2300">
              <a:latin typeface="Arial"/>
              <a:ea typeface="Arial"/>
              <a:cs typeface="Arial"/>
              <a:sym typeface="Arial"/>
            </a:endParaRPr>
          </a:p>
        </p:txBody>
      </p:sp>
      <p:graphicFrame>
        <p:nvGraphicFramePr>
          <p:cNvPr id="467" name="Google Shape;467;p68"/>
          <p:cNvGraphicFramePr/>
          <p:nvPr/>
        </p:nvGraphicFramePr>
        <p:xfrm>
          <a:off x="84450" y="710950"/>
          <a:ext cx="3000000" cy="3000000"/>
        </p:xfrm>
        <a:graphic>
          <a:graphicData uri="http://schemas.openxmlformats.org/drawingml/2006/table">
            <a:tbl>
              <a:tblPr>
                <a:noFill/>
                <a:tableStyleId>{2778EE24-15B4-459F-893F-8742076DE2CD}</a:tableStyleId>
              </a:tblPr>
              <a:tblGrid>
                <a:gridCol w="327000"/>
                <a:gridCol w="966425"/>
                <a:gridCol w="978500"/>
                <a:gridCol w="627050"/>
                <a:gridCol w="717950"/>
                <a:gridCol w="717950"/>
              </a:tblGrid>
              <a:tr h="489150">
                <a:tc>
                  <a:txBody>
                    <a:bodyPr/>
                    <a:lstStyle/>
                    <a:p>
                      <a:pPr indent="0" lvl="0" marL="0" rtl="0" algn="ctr">
                        <a:spcBef>
                          <a:spcPts val="0"/>
                        </a:spcBef>
                        <a:spcAft>
                          <a:spcPts val="0"/>
                        </a:spcAft>
                        <a:buNone/>
                      </a:pPr>
                      <a:r>
                        <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Agent</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Market</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Total Closing Ratio</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Weighted Avg Customer Rating</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Combined Avg Rank</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7175">
                <a:tc>
                  <a:txBody>
                    <a:bodyPr/>
                    <a:lstStyle/>
                    <a:p>
                      <a:pPr indent="0" lvl="0" marL="0" rtl="0" algn="ctr">
                        <a:spcBef>
                          <a:spcPts val="0"/>
                        </a:spcBef>
                        <a:spcAft>
                          <a:spcPts val="0"/>
                        </a:spcAft>
                        <a:buNone/>
                      </a:pPr>
                      <a:r>
                        <a:rPr lang="en" sz="900"/>
                        <a:t>1</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Kwame Patel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atlanta_ga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0.35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3.79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2</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Priya Torres</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austin_tx</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4.09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3</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Arjun Martinez</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baltimore_md</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0.24</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3.82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4</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Linda Jackson</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birmingham_al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0.15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3.97</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5</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Mary Baker</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boston_ma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4.62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6</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James Rodriguez</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buffalo_ny</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0.32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3.83</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7</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Aya Parker</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charlotte_nc</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4.26</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800"/>
                        <a:t>8</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Emily Walker</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chicago_il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3.58</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800"/>
                        <a:t>9</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Mina Johnson</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cincinnati_oh</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0.38</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3.85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468" name="Google Shape;468;p68"/>
          <p:cNvGraphicFramePr/>
          <p:nvPr/>
        </p:nvGraphicFramePr>
        <p:xfrm>
          <a:off x="4756025" y="710950"/>
          <a:ext cx="3000000" cy="3000000"/>
        </p:xfrm>
        <a:graphic>
          <a:graphicData uri="http://schemas.openxmlformats.org/drawingml/2006/table">
            <a:tbl>
              <a:tblPr>
                <a:noFill/>
                <a:tableStyleId>{2778EE24-15B4-459F-893F-8742076DE2CD}</a:tableStyleId>
              </a:tblPr>
              <a:tblGrid>
                <a:gridCol w="327000"/>
                <a:gridCol w="966425"/>
                <a:gridCol w="978500"/>
                <a:gridCol w="627050"/>
                <a:gridCol w="717950"/>
                <a:gridCol w="717950"/>
              </a:tblGrid>
              <a:tr h="489150">
                <a:tc>
                  <a:txBody>
                    <a:bodyPr/>
                    <a:lstStyle/>
                    <a:p>
                      <a:pPr indent="0" lvl="0" marL="0" rtl="0" algn="ctr">
                        <a:spcBef>
                          <a:spcPts val="0"/>
                        </a:spcBef>
                        <a:spcAft>
                          <a:spcPts val="0"/>
                        </a:spcAft>
                        <a:buNone/>
                      </a:pPr>
                      <a:r>
                        <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Agent</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Market</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Total Closing Ratio</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Weighted Avg Customer Rating</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Combined Avg Rank</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7175">
                <a:tc>
                  <a:txBody>
                    <a:bodyPr/>
                    <a:lstStyle/>
                    <a:p>
                      <a:pPr indent="0" lvl="0" marL="0" rtl="0" algn="ctr">
                        <a:spcBef>
                          <a:spcPts val="0"/>
                        </a:spcBef>
                        <a:spcAft>
                          <a:spcPts val="0"/>
                        </a:spcAft>
                        <a:buNone/>
                      </a:pPr>
                      <a:r>
                        <a:rPr lang="en" sz="900"/>
                        <a:t>10</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Lucia Clark</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cleveland_oh</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0.3</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3.99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11</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Charles Adams</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columbus_oh</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3.58</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12</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Emily Adams</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dallas_tx</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0.34</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3.77</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13</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Omar Adams</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denver_co</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0.17</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4.19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3.75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14</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Barbara Young</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detroit_mi</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4.4</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2.75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15</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Mina Hill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fresno_ca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16</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Zainab Ramirez</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grand_rapids_mi</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0.26</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4.18</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800"/>
                        <a:t>17</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Thomas Nelson</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houston_tx</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4.32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800"/>
                        <a:t>18</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Margaret Tran</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indianapolis_in</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0.28</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3.96</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9"/>
          <p:cNvSpPr txBox="1"/>
          <p:nvPr>
            <p:ph type="title"/>
          </p:nvPr>
        </p:nvSpPr>
        <p:spPr>
          <a:xfrm>
            <a:off x="274100" y="42975"/>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Arial"/>
                <a:ea typeface="Arial"/>
                <a:cs typeface="Arial"/>
                <a:sym typeface="Arial"/>
              </a:rPr>
              <a:t>Top agents for each market - continued</a:t>
            </a:r>
            <a:endParaRPr sz="2300">
              <a:latin typeface="Arial"/>
              <a:ea typeface="Arial"/>
              <a:cs typeface="Arial"/>
              <a:sym typeface="Arial"/>
            </a:endParaRPr>
          </a:p>
        </p:txBody>
      </p:sp>
      <p:graphicFrame>
        <p:nvGraphicFramePr>
          <p:cNvPr id="474" name="Google Shape;474;p69"/>
          <p:cNvGraphicFramePr/>
          <p:nvPr/>
        </p:nvGraphicFramePr>
        <p:xfrm>
          <a:off x="84450" y="710950"/>
          <a:ext cx="3000000" cy="3000000"/>
        </p:xfrm>
        <a:graphic>
          <a:graphicData uri="http://schemas.openxmlformats.org/drawingml/2006/table">
            <a:tbl>
              <a:tblPr>
                <a:noFill/>
                <a:tableStyleId>{2778EE24-15B4-459F-893F-8742076DE2CD}</a:tableStyleId>
              </a:tblPr>
              <a:tblGrid>
                <a:gridCol w="327000"/>
                <a:gridCol w="966425"/>
                <a:gridCol w="978500"/>
                <a:gridCol w="627050"/>
                <a:gridCol w="717950"/>
                <a:gridCol w="717950"/>
              </a:tblGrid>
              <a:tr h="489150">
                <a:tc>
                  <a:txBody>
                    <a:bodyPr/>
                    <a:lstStyle/>
                    <a:p>
                      <a:pPr indent="0" lvl="0" marL="0" rtl="0" algn="ctr">
                        <a:spcBef>
                          <a:spcPts val="0"/>
                        </a:spcBef>
                        <a:spcAft>
                          <a:spcPts val="0"/>
                        </a:spcAft>
                        <a:buNone/>
                      </a:pPr>
                      <a:r>
                        <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Agent</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Market</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Total Closing Ratio</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Weighted Avg Customer Rating</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Combined Avg Rank</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7175">
                <a:tc>
                  <a:txBody>
                    <a:bodyPr/>
                    <a:lstStyle/>
                    <a:p>
                      <a:pPr indent="0" lvl="0" marL="0" rtl="0" algn="ctr">
                        <a:spcBef>
                          <a:spcPts val="0"/>
                        </a:spcBef>
                        <a:spcAft>
                          <a:spcPts val="0"/>
                        </a:spcAft>
                        <a:buNone/>
                      </a:pPr>
                      <a:r>
                        <a:rPr lang="en" sz="900"/>
                        <a:t>19</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Camila Lopez</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jacksonville_fl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0.19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4.19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20</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Ebony Perez</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kansas_city_mo</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21</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Jessica Garcia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las_vegas_nv</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4.13</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22</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Keisha Smith</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los_angeles_ca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3.81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23</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Hassan Carter</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louisville_ky</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24</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Christopher Patel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memphis_tn</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3.99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25</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Lakshmi Mitchell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miami_fl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4.21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800"/>
                        <a:t>26</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Yuki Gonzalez</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milwaukee_wi</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0.32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3.39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800"/>
                        <a:t>27</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Charles Hall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minneapolis_mn</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3.92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475" name="Google Shape;475;p69"/>
          <p:cNvGraphicFramePr/>
          <p:nvPr/>
        </p:nvGraphicFramePr>
        <p:xfrm>
          <a:off x="4756025" y="710950"/>
          <a:ext cx="3000000" cy="3000000"/>
        </p:xfrm>
        <a:graphic>
          <a:graphicData uri="http://schemas.openxmlformats.org/drawingml/2006/table">
            <a:tbl>
              <a:tblPr>
                <a:noFill/>
                <a:tableStyleId>{2778EE24-15B4-459F-893F-8742076DE2CD}</a:tableStyleId>
              </a:tblPr>
              <a:tblGrid>
                <a:gridCol w="327000"/>
                <a:gridCol w="966425"/>
                <a:gridCol w="978500"/>
                <a:gridCol w="627050"/>
                <a:gridCol w="717950"/>
                <a:gridCol w="717950"/>
              </a:tblGrid>
              <a:tr h="489150">
                <a:tc>
                  <a:txBody>
                    <a:bodyPr/>
                    <a:lstStyle/>
                    <a:p>
                      <a:pPr indent="0" lvl="0" marL="0" rtl="0" algn="ctr">
                        <a:spcBef>
                          <a:spcPts val="0"/>
                        </a:spcBef>
                        <a:spcAft>
                          <a:spcPts val="0"/>
                        </a:spcAft>
                        <a:buNone/>
                      </a:pPr>
                      <a:r>
                        <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Agent</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Market</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Total Closing Ratio</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Weighted Avg Customer Rating</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Combined Avg Rank</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7175">
                <a:tc>
                  <a:txBody>
                    <a:bodyPr/>
                    <a:lstStyle/>
                    <a:p>
                      <a:pPr indent="0" lvl="0" marL="0" rtl="0" algn="ctr">
                        <a:spcBef>
                          <a:spcPts val="0"/>
                        </a:spcBef>
                        <a:spcAft>
                          <a:spcPts val="0"/>
                        </a:spcAft>
                        <a:buNone/>
                      </a:pPr>
                      <a:r>
                        <a:rPr lang="en" sz="900"/>
                        <a:t>28</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Christopher Hall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nashville_tn</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4.29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3.75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29</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Jin Harris</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new_york_ny</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0.3</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3.78</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30</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Jamal Thompson</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oklahoma_city_ok</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0.34</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3.56</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31</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David Nelson</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orlando_fl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4.14</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32</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Michael Lewis</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orlando_fla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0.12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3.73</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33</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Ali Walker</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philadelphia_pa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0.28</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4.11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34</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Richard Harris</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phoenix_az</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4.26</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800"/>
                        <a:t>35</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Maria Lewis</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pittsburgh_pa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0.23</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4.21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2.75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800"/>
                        <a:t>36</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Aya Patel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portland_or</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0.17</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3.79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70"/>
          <p:cNvSpPr txBox="1"/>
          <p:nvPr>
            <p:ph type="title"/>
          </p:nvPr>
        </p:nvSpPr>
        <p:spPr>
          <a:xfrm>
            <a:off x="274100" y="42975"/>
            <a:ext cx="8686800" cy="4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Arial"/>
                <a:ea typeface="Arial"/>
                <a:cs typeface="Arial"/>
                <a:sym typeface="Arial"/>
              </a:rPr>
              <a:t>Top agents for each market - continued</a:t>
            </a:r>
            <a:endParaRPr sz="2300">
              <a:latin typeface="Arial"/>
              <a:ea typeface="Arial"/>
              <a:cs typeface="Arial"/>
              <a:sym typeface="Arial"/>
            </a:endParaRPr>
          </a:p>
        </p:txBody>
      </p:sp>
      <p:graphicFrame>
        <p:nvGraphicFramePr>
          <p:cNvPr id="481" name="Google Shape;481;p70"/>
          <p:cNvGraphicFramePr/>
          <p:nvPr/>
        </p:nvGraphicFramePr>
        <p:xfrm>
          <a:off x="84450" y="710950"/>
          <a:ext cx="3000000" cy="3000000"/>
        </p:xfrm>
        <a:graphic>
          <a:graphicData uri="http://schemas.openxmlformats.org/drawingml/2006/table">
            <a:tbl>
              <a:tblPr>
                <a:noFill/>
                <a:tableStyleId>{2778EE24-15B4-459F-893F-8742076DE2CD}</a:tableStyleId>
              </a:tblPr>
              <a:tblGrid>
                <a:gridCol w="327000"/>
                <a:gridCol w="966425"/>
                <a:gridCol w="978500"/>
                <a:gridCol w="627050"/>
                <a:gridCol w="717950"/>
                <a:gridCol w="717950"/>
              </a:tblGrid>
              <a:tr h="489150">
                <a:tc>
                  <a:txBody>
                    <a:bodyPr/>
                    <a:lstStyle/>
                    <a:p>
                      <a:pPr indent="0" lvl="0" marL="0" rtl="0" algn="ctr">
                        <a:spcBef>
                          <a:spcPts val="0"/>
                        </a:spcBef>
                        <a:spcAft>
                          <a:spcPts val="0"/>
                        </a:spcAft>
                        <a:buNone/>
                      </a:pPr>
                      <a:r>
                        <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Agent</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Market</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Total Closing Ratio</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Weighted Avg Customer Rating</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Combined Avg Rank</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7175">
                <a:tc>
                  <a:txBody>
                    <a:bodyPr/>
                    <a:lstStyle/>
                    <a:p>
                      <a:pPr indent="0" lvl="0" marL="0" rtl="0" algn="ctr">
                        <a:spcBef>
                          <a:spcPts val="0"/>
                        </a:spcBef>
                        <a:spcAft>
                          <a:spcPts val="0"/>
                        </a:spcAft>
                        <a:buNone/>
                      </a:pPr>
                      <a:r>
                        <a:rPr lang="en" sz="900"/>
                        <a:t>37</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Keisha Khan</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providence_ri</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0.19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3.92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6</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38</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Raj Hill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raleigh_nc</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0.39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4.39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39</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Margaret Baker</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richmond_va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0.31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4.26</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40</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Carlos Young</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riverside_ca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0.37</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3.97</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41</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Ahmad Walker</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sacramento_ca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0.28</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4.11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42</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Linda Washington</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salt_lake_city_ut</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0.27</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3.89</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43</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Richard Lewis</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san_antonio_tx</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3.83</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3.75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800"/>
                        <a:t>44</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Tyrone Walker</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san_diego_ca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0.33</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4.01</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800"/>
                        <a:t>45</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Haruka Smith</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san_francisco_ca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4.18</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482" name="Google Shape;482;p70"/>
          <p:cNvGraphicFramePr/>
          <p:nvPr/>
        </p:nvGraphicFramePr>
        <p:xfrm>
          <a:off x="4756025" y="710950"/>
          <a:ext cx="3000000" cy="3000000"/>
        </p:xfrm>
        <a:graphic>
          <a:graphicData uri="http://schemas.openxmlformats.org/drawingml/2006/table">
            <a:tbl>
              <a:tblPr>
                <a:noFill/>
                <a:tableStyleId>{2778EE24-15B4-459F-893F-8742076DE2CD}</a:tableStyleId>
              </a:tblPr>
              <a:tblGrid>
                <a:gridCol w="327000"/>
                <a:gridCol w="966425"/>
                <a:gridCol w="978500"/>
                <a:gridCol w="627050"/>
                <a:gridCol w="717950"/>
                <a:gridCol w="717950"/>
              </a:tblGrid>
              <a:tr h="489150">
                <a:tc>
                  <a:txBody>
                    <a:bodyPr/>
                    <a:lstStyle/>
                    <a:p>
                      <a:pPr indent="0" lvl="0" marL="0" rtl="0" algn="ctr">
                        <a:spcBef>
                          <a:spcPts val="0"/>
                        </a:spcBef>
                        <a:spcAft>
                          <a:spcPts val="0"/>
                        </a:spcAft>
                        <a:buNone/>
                      </a:pPr>
                      <a:r>
                        <a:t/>
                      </a:r>
                      <a:endParaRPr sz="8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Agent</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Market</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Total Closing Ratio</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Weighted Avg Customer Rating</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900"/>
                        <a:t>Combined Avg Rank</a:t>
                      </a:r>
                      <a:endParaRPr b="1"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77175">
                <a:tc>
                  <a:txBody>
                    <a:bodyPr/>
                    <a:lstStyle/>
                    <a:p>
                      <a:pPr indent="0" lvl="0" marL="0" rtl="0" algn="ctr">
                        <a:spcBef>
                          <a:spcPts val="0"/>
                        </a:spcBef>
                        <a:spcAft>
                          <a:spcPts val="0"/>
                        </a:spcAft>
                        <a:buNone/>
                      </a:pPr>
                      <a:r>
                        <a:rPr lang="en" sz="900"/>
                        <a:t>46</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Patricia Campbell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san_jose_ca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0.23</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47</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William King</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seattle_wa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0.36</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3.96</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48</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Mary Hill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st_louis_mo</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3.73</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49</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Lakshmi Washington</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tampa_fl</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4.02</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2.75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6100">
                <a:tc>
                  <a:txBody>
                    <a:bodyPr/>
                    <a:lstStyle/>
                    <a:p>
                      <a:pPr indent="0" lvl="0" marL="0" rtl="0" algn="ctr">
                        <a:spcBef>
                          <a:spcPts val="0"/>
                        </a:spcBef>
                        <a:spcAft>
                          <a:spcPts val="0"/>
                        </a:spcAft>
                        <a:buNone/>
                      </a:pPr>
                      <a:r>
                        <a:rPr lang="en" sz="900"/>
                        <a:t>50</a:t>
                      </a:r>
                      <a:endParaRPr sz="900"/>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Omar Nelson</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virginia_beach_va</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0.24</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4.26</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t>3.75</a:t>
                      </a:r>
                      <a:endParaRPr sz="900"/>
                    </a:p>
                  </a:txBody>
                  <a:tcPr marT="25400" marB="25400" marR="25400" marL="2540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Portfolio">
  <a:themeElements>
    <a:clrScheme name="Simple Light">
      <a:dk1>
        <a:srgbClr val="133817"/>
      </a:dk1>
      <a:lt1>
        <a:srgbClr val="E9EBE8"/>
      </a:lt1>
      <a:dk2>
        <a:srgbClr val="C2C7C0"/>
      </a:dk2>
      <a:lt2>
        <a:srgbClr val="EE7630"/>
      </a:lt2>
      <a:accent1>
        <a:srgbClr val="000000"/>
      </a:accent1>
      <a:accent2>
        <a:srgbClr val="931F1D"/>
      </a:accent2>
      <a:accent3>
        <a:srgbClr val="4F7CAC"/>
      </a:accent3>
      <a:accent4>
        <a:srgbClr val="C287E8"/>
      </a:accent4>
      <a:accent5>
        <a:srgbClr val="563635"/>
      </a:accent5>
      <a:accent6>
        <a:srgbClr val="63A46C"/>
      </a:accent6>
      <a:hlink>
        <a:srgbClr val="B744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